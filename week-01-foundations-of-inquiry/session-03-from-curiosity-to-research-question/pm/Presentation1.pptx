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311" r:id="rId2"/>
    <p:sldId id="310" r:id="rId3"/>
    <p:sldId id="312" r:id="rId4"/>
    <p:sldId id="313" r:id="rId5"/>
    <p:sldId id="314" r:id="rId6"/>
    <p:sldId id="315" r:id="rId7"/>
    <p:sldId id="257" r:id="rId8"/>
    <p:sldId id="380" r:id="rId9"/>
    <p:sldId id="303" r:id="rId10"/>
    <p:sldId id="302" r:id="rId11"/>
    <p:sldId id="304" r:id="rId12"/>
    <p:sldId id="305" r:id="rId13"/>
    <p:sldId id="306" r:id="rId14"/>
    <p:sldId id="308" r:id="rId15"/>
    <p:sldId id="309" r:id="rId16"/>
    <p:sldId id="381" r:id="rId17"/>
    <p:sldId id="382" r:id="rId18"/>
    <p:sldId id="289" r:id="rId19"/>
    <p:sldId id="290" r:id="rId20"/>
    <p:sldId id="291" r:id="rId21"/>
    <p:sldId id="383" r:id="rId22"/>
    <p:sldId id="384" r:id="rId23"/>
    <p:sldId id="385" r:id="rId24"/>
    <p:sldId id="317" r:id="rId25"/>
    <p:sldId id="318" r:id="rId26"/>
    <p:sldId id="316" r:id="rId27"/>
    <p:sldId id="386" r:id="rId28"/>
    <p:sldId id="387" r:id="rId29"/>
    <p:sldId id="38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000"/>
    <p:restoredTop sz="91429"/>
  </p:normalViewPr>
  <p:slideViewPr>
    <p:cSldViewPr snapToGrid="0">
      <p:cViewPr varScale="1">
        <p:scale>
          <a:sx n="45" d="100"/>
          <a:sy n="45" d="100"/>
        </p:scale>
        <p:origin x="2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BC9443-99B2-BB40-8554-D0310215A0CE}" type="doc">
      <dgm:prSet loTypeId="urn:microsoft.com/office/officeart/2005/8/layout/hierarchy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427F86-AF31-6147-8800-4A5BC1F34460}">
      <dgm:prSet phldrT="[Text]"/>
      <dgm:spPr/>
      <dgm:t>
        <a:bodyPr/>
        <a:lstStyle/>
        <a:p>
          <a:r>
            <a:rPr lang="en-US" dirty="0"/>
            <a:t>Summary Statistics</a:t>
          </a:r>
        </a:p>
      </dgm:t>
    </dgm:pt>
    <dgm:pt modelId="{B317A1C1-DF53-1246-B421-A85269A03C9F}" type="parTrans" cxnId="{446D4B63-4230-7040-9C38-5286A06D3C91}">
      <dgm:prSet/>
      <dgm:spPr/>
      <dgm:t>
        <a:bodyPr/>
        <a:lstStyle/>
        <a:p>
          <a:endParaRPr lang="en-US"/>
        </a:p>
      </dgm:t>
    </dgm:pt>
    <dgm:pt modelId="{52CFD135-C2DA-2243-A09A-761CE18C52A1}" type="sibTrans" cxnId="{446D4B63-4230-7040-9C38-5286A06D3C91}">
      <dgm:prSet/>
      <dgm:spPr/>
      <dgm:t>
        <a:bodyPr/>
        <a:lstStyle/>
        <a:p>
          <a:endParaRPr lang="en-US"/>
        </a:p>
      </dgm:t>
    </dgm:pt>
    <dgm:pt modelId="{6FB10109-28CB-314D-84A2-4C7EC82C82CE}">
      <dgm:prSet phldrT="[Text]"/>
      <dgm:spPr/>
      <dgm:t>
        <a:bodyPr/>
        <a:lstStyle/>
        <a:p>
          <a:pPr>
            <a:buNone/>
          </a:pPr>
          <a:r>
            <a:rPr lang="en-US" dirty="0"/>
            <a:t>Central Tendency </a:t>
          </a:r>
        </a:p>
      </dgm:t>
    </dgm:pt>
    <dgm:pt modelId="{92525402-4264-DF48-8424-8FF5FC6F9906}" type="parTrans" cxnId="{80FCEE6D-830C-2242-9C83-69ED2EF32403}">
      <dgm:prSet/>
      <dgm:spPr/>
      <dgm:t>
        <a:bodyPr/>
        <a:lstStyle/>
        <a:p>
          <a:endParaRPr lang="en-US"/>
        </a:p>
      </dgm:t>
    </dgm:pt>
    <dgm:pt modelId="{C83A83DF-AF76-1D43-8B55-CACCB0DE36DE}" type="sibTrans" cxnId="{80FCEE6D-830C-2242-9C83-69ED2EF32403}">
      <dgm:prSet/>
      <dgm:spPr/>
      <dgm:t>
        <a:bodyPr/>
        <a:lstStyle/>
        <a:p>
          <a:endParaRPr lang="en-US"/>
        </a:p>
      </dgm:t>
    </dgm:pt>
    <dgm:pt modelId="{5F32892B-444D-9648-A125-80A2347065CE}">
      <dgm:prSet phldrT="[Text]"/>
      <dgm:spPr/>
      <dgm:t>
        <a:bodyPr/>
        <a:lstStyle/>
        <a:p>
          <a:r>
            <a:rPr lang="en-US" dirty="0"/>
            <a:t>Mean</a:t>
          </a:r>
        </a:p>
      </dgm:t>
    </dgm:pt>
    <dgm:pt modelId="{53414396-02EE-C243-987B-38FD6EB70C86}" type="parTrans" cxnId="{04FAD8F8-EFE7-7346-A9AE-124C67A0E1A0}">
      <dgm:prSet/>
      <dgm:spPr/>
      <dgm:t>
        <a:bodyPr/>
        <a:lstStyle/>
        <a:p>
          <a:endParaRPr lang="en-US"/>
        </a:p>
      </dgm:t>
    </dgm:pt>
    <dgm:pt modelId="{87131643-96A7-D343-B0D8-8AE14D2235CB}" type="sibTrans" cxnId="{04FAD8F8-EFE7-7346-A9AE-124C67A0E1A0}">
      <dgm:prSet/>
      <dgm:spPr/>
      <dgm:t>
        <a:bodyPr/>
        <a:lstStyle/>
        <a:p>
          <a:endParaRPr lang="en-US"/>
        </a:p>
      </dgm:t>
    </dgm:pt>
    <dgm:pt modelId="{F1317889-6BE8-7948-8D20-65FA8E988FA4}">
      <dgm:prSet phldrT="[Text]"/>
      <dgm:spPr/>
      <dgm:t>
        <a:bodyPr/>
        <a:lstStyle/>
        <a:p>
          <a:r>
            <a:rPr lang="en-US" dirty="0"/>
            <a:t>Median</a:t>
          </a:r>
        </a:p>
      </dgm:t>
    </dgm:pt>
    <dgm:pt modelId="{D9C533DD-D7DF-494C-B7AE-B0DE6F23C353}" type="parTrans" cxnId="{F2AB3F71-4883-A742-94B4-43A9C0756894}">
      <dgm:prSet/>
      <dgm:spPr/>
      <dgm:t>
        <a:bodyPr/>
        <a:lstStyle/>
        <a:p>
          <a:endParaRPr lang="en-US"/>
        </a:p>
      </dgm:t>
    </dgm:pt>
    <dgm:pt modelId="{2C1D5FAE-2668-F94E-A6F3-E9247F31DCC6}" type="sibTrans" cxnId="{F2AB3F71-4883-A742-94B4-43A9C0756894}">
      <dgm:prSet/>
      <dgm:spPr/>
      <dgm:t>
        <a:bodyPr/>
        <a:lstStyle/>
        <a:p>
          <a:endParaRPr lang="en-US"/>
        </a:p>
      </dgm:t>
    </dgm:pt>
    <dgm:pt modelId="{28996E74-5655-AC4D-963C-D42D4E1A659A}">
      <dgm:prSet phldrT="[Text]"/>
      <dgm:spPr/>
      <dgm:t>
        <a:bodyPr/>
        <a:lstStyle/>
        <a:p>
          <a:pPr>
            <a:buNone/>
          </a:pPr>
          <a:r>
            <a:rPr lang="en-US" dirty="0"/>
            <a:t>Dispersion / Variability </a:t>
          </a:r>
        </a:p>
      </dgm:t>
    </dgm:pt>
    <dgm:pt modelId="{7E339AEC-70E6-6747-9990-76443EBF179A}" type="parTrans" cxnId="{790993F5-85ED-E94B-9D08-27E86DC8668E}">
      <dgm:prSet/>
      <dgm:spPr/>
      <dgm:t>
        <a:bodyPr/>
        <a:lstStyle/>
        <a:p>
          <a:endParaRPr lang="en-US"/>
        </a:p>
      </dgm:t>
    </dgm:pt>
    <dgm:pt modelId="{88B9300D-A4F1-D74D-9F13-FB96A5E3FA20}" type="sibTrans" cxnId="{790993F5-85ED-E94B-9D08-27E86DC8668E}">
      <dgm:prSet/>
      <dgm:spPr/>
      <dgm:t>
        <a:bodyPr/>
        <a:lstStyle/>
        <a:p>
          <a:endParaRPr lang="en-US"/>
        </a:p>
      </dgm:t>
    </dgm:pt>
    <dgm:pt modelId="{90104314-C49B-6343-98EC-0552064DA968}">
      <dgm:prSet phldrT="[Text]"/>
      <dgm:spPr/>
      <dgm:t>
        <a:bodyPr/>
        <a:lstStyle/>
        <a:p>
          <a:r>
            <a:rPr lang="en-US" dirty="0"/>
            <a:t>Range</a:t>
          </a:r>
        </a:p>
      </dgm:t>
    </dgm:pt>
    <dgm:pt modelId="{F8AF8FAB-D877-FA4E-B3C3-CEFCCA93116C}" type="parTrans" cxnId="{24FC62BB-FB9B-3A4B-B42A-ED342FFEAD02}">
      <dgm:prSet/>
      <dgm:spPr/>
      <dgm:t>
        <a:bodyPr/>
        <a:lstStyle/>
        <a:p>
          <a:endParaRPr lang="en-US"/>
        </a:p>
      </dgm:t>
    </dgm:pt>
    <dgm:pt modelId="{F26BC757-4957-1A44-89A3-6786067066B4}" type="sibTrans" cxnId="{24FC62BB-FB9B-3A4B-B42A-ED342FFEAD02}">
      <dgm:prSet/>
      <dgm:spPr/>
      <dgm:t>
        <a:bodyPr/>
        <a:lstStyle/>
        <a:p>
          <a:endParaRPr lang="en-US"/>
        </a:p>
      </dgm:t>
    </dgm:pt>
    <dgm:pt modelId="{D798765A-3641-2E4D-B162-57E44CF564B2}">
      <dgm:prSet phldrT="[Text]"/>
      <dgm:spPr/>
      <dgm:t>
        <a:bodyPr/>
        <a:lstStyle/>
        <a:p>
          <a:r>
            <a:rPr lang="en-US" dirty="0"/>
            <a:t>Mode</a:t>
          </a:r>
        </a:p>
      </dgm:t>
    </dgm:pt>
    <dgm:pt modelId="{EFF83B11-74A7-3D46-9479-4241127DC463}" type="parTrans" cxnId="{42BBCF84-B804-3640-966E-F4896E5D25C9}">
      <dgm:prSet/>
      <dgm:spPr/>
      <dgm:t>
        <a:bodyPr/>
        <a:lstStyle/>
        <a:p>
          <a:endParaRPr lang="en-US"/>
        </a:p>
      </dgm:t>
    </dgm:pt>
    <dgm:pt modelId="{4D07ECCB-E595-BC4A-BE60-F4ED9AE26712}" type="sibTrans" cxnId="{42BBCF84-B804-3640-966E-F4896E5D25C9}">
      <dgm:prSet/>
      <dgm:spPr/>
      <dgm:t>
        <a:bodyPr/>
        <a:lstStyle/>
        <a:p>
          <a:endParaRPr lang="en-US"/>
        </a:p>
      </dgm:t>
    </dgm:pt>
    <dgm:pt modelId="{DA939D19-B282-0648-B01D-93256640C461}">
      <dgm:prSet phldrT="[Text]"/>
      <dgm:spPr/>
      <dgm:t>
        <a:bodyPr/>
        <a:lstStyle/>
        <a:p>
          <a:r>
            <a:rPr lang="en-US" dirty="0"/>
            <a:t>Standard Deviation</a:t>
          </a:r>
        </a:p>
      </dgm:t>
    </dgm:pt>
    <dgm:pt modelId="{FF2E342B-BFB5-844A-AF21-1D98FD83000A}" type="parTrans" cxnId="{47484944-A80C-5445-8FEA-7AF5A34906E0}">
      <dgm:prSet/>
      <dgm:spPr/>
      <dgm:t>
        <a:bodyPr/>
        <a:lstStyle/>
        <a:p>
          <a:endParaRPr lang="en-US"/>
        </a:p>
      </dgm:t>
    </dgm:pt>
    <dgm:pt modelId="{941461FB-45BE-274E-AAD2-6BE8A7EDF83A}" type="sibTrans" cxnId="{47484944-A80C-5445-8FEA-7AF5A34906E0}">
      <dgm:prSet/>
      <dgm:spPr/>
      <dgm:t>
        <a:bodyPr/>
        <a:lstStyle/>
        <a:p>
          <a:endParaRPr lang="en-US"/>
        </a:p>
      </dgm:t>
    </dgm:pt>
    <dgm:pt modelId="{2BF80573-36B6-DC44-A4F9-6BDC10A48396}" type="pres">
      <dgm:prSet presAssocID="{00BC9443-99B2-BB40-8554-D0310215A0C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B25AEDD-9B86-124E-B53B-D3B17E662156}" type="pres">
      <dgm:prSet presAssocID="{0B427F86-AF31-6147-8800-4A5BC1F34460}" presName="hierRoot1" presStyleCnt="0"/>
      <dgm:spPr/>
    </dgm:pt>
    <dgm:pt modelId="{04717D83-7078-424C-9F31-438C863CD5A7}" type="pres">
      <dgm:prSet presAssocID="{0B427F86-AF31-6147-8800-4A5BC1F34460}" presName="composite" presStyleCnt="0"/>
      <dgm:spPr/>
    </dgm:pt>
    <dgm:pt modelId="{C3B539AA-EE95-DF46-805E-FF46EB0CADA0}" type="pres">
      <dgm:prSet presAssocID="{0B427F86-AF31-6147-8800-4A5BC1F34460}" presName="background" presStyleLbl="node0" presStyleIdx="0" presStyleCnt="1"/>
      <dgm:spPr/>
    </dgm:pt>
    <dgm:pt modelId="{9DFF1FA2-C88E-BF44-8D5E-82A7AE5E9798}" type="pres">
      <dgm:prSet presAssocID="{0B427F86-AF31-6147-8800-4A5BC1F34460}" presName="text" presStyleLbl="fgAcc0" presStyleIdx="0" presStyleCnt="1">
        <dgm:presLayoutVars>
          <dgm:chPref val="3"/>
        </dgm:presLayoutVars>
      </dgm:prSet>
      <dgm:spPr/>
    </dgm:pt>
    <dgm:pt modelId="{7EC087D3-6B09-5E4F-8935-1F33FE4B5089}" type="pres">
      <dgm:prSet presAssocID="{0B427F86-AF31-6147-8800-4A5BC1F34460}" presName="hierChild2" presStyleCnt="0"/>
      <dgm:spPr/>
    </dgm:pt>
    <dgm:pt modelId="{D4B405AB-D469-284C-9473-AB9D5FE5E688}" type="pres">
      <dgm:prSet presAssocID="{92525402-4264-DF48-8424-8FF5FC6F9906}" presName="Name10" presStyleLbl="parChTrans1D2" presStyleIdx="0" presStyleCnt="2"/>
      <dgm:spPr/>
    </dgm:pt>
    <dgm:pt modelId="{5E620C4A-E6A5-B840-82FC-21D0C3FBE854}" type="pres">
      <dgm:prSet presAssocID="{6FB10109-28CB-314D-84A2-4C7EC82C82CE}" presName="hierRoot2" presStyleCnt="0"/>
      <dgm:spPr/>
    </dgm:pt>
    <dgm:pt modelId="{A1955627-BD0E-BA44-B7BF-138D6616F799}" type="pres">
      <dgm:prSet presAssocID="{6FB10109-28CB-314D-84A2-4C7EC82C82CE}" presName="composite2" presStyleCnt="0"/>
      <dgm:spPr/>
    </dgm:pt>
    <dgm:pt modelId="{2658DEB2-1451-1C41-84F9-498F4F135092}" type="pres">
      <dgm:prSet presAssocID="{6FB10109-28CB-314D-84A2-4C7EC82C82CE}" presName="background2" presStyleLbl="node2" presStyleIdx="0" presStyleCnt="2"/>
      <dgm:spPr/>
    </dgm:pt>
    <dgm:pt modelId="{CDE6AFD8-C93A-464D-9E0D-D8748FB6A83F}" type="pres">
      <dgm:prSet presAssocID="{6FB10109-28CB-314D-84A2-4C7EC82C82CE}" presName="text2" presStyleLbl="fgAcc2" presStyleIdx="0" presStyleCnt="2">
        <dgm:presLayoutVars>
          <dgm:chPref val="3"/>
        </dgm:presLayoutVars>
      </dgm:prSet>
      <dgm:spPr/>
    </dgm:pt>
    <dgm:pt modelId="{9AAB2656-5AF3-0942-AA19-98A362BB13F8}" type="pres">
      <dgm:prSet presAssocID="{6FB10109-28CB-314D-84A2-4C7EC82C82CE}" presName="hierChild3" presStyleCnt="0"/>
      <dgm:spPr/>
    </dgm:pt>
    <dgm:pt modelId="{998A3D1C-0ECE-9645-BDE0-4645B00E610F}" type="pres">
      <dgm:prSet presAssocID="{53414396-02EE-C243-987B-38FD6EB70C86}" presName="Name17" presStyleLbl="parChTrans1D3" presStyleIdx="0" presStyleCnt="5"/>
      <dgm:spPr/>
    </dgm:pt>
    <dgm:pt modelId="{90045FAB-5555-2C4C-9090-5DA918DD502B}" type="pres">
      <dgm:prSet presAssocID="{5F32892B-444D-9648-A125-80A2347065CE}" presName="hierRoot3" presStyleCnt="0"/>
      <dgm:spPr/>
    </dgm:pt>
    <dgm:pt modelId="{53DAA920-5CA3-B749-8668-29B9B55B2E49}" type="pres">
      <dgm:prSet presAssocID="{5F32892B-444D-9648-A125-80A2347065CE}" presName="composite3" presStyleCnt="0"/>
      <dgm:spPr/>
    </dgm:pt>
    <dgm:pt modelId="{78040002-B55B-D340-A9EB-2AE1564E566D}" type="pres">
      <dgm:prSet presAssocID="{5F32892B-444D-9648-A125-80A2347065CE}" presName="background3" presStyleLbl="node3" presStyleIdx="0" presStyleCnt="5"/>
      <dgm:spPr/>
    </dgm:pt>
    <dgm:pt modelId="{4CABEAEF-E4BD-3D48-860C-CBFBA699220F}" type="pres">
      <dgm:prSet presAssocID="{5F32892B-444D-9648-A125-80A2347065CE}" presName="text3" presStyleLbl="fgAcc3" presStyleIdx="0" presStyleCnt="5">
        <dgm:presLayoutVars>
          <dgm:chPref val="3"/>
        </dgm:presLayoutVars>
      </dgm:prSet>
      <dgm:spPr/>
    </dgm:pt>
    <dgm:pt modelId="{FA6F7CDD-4D16-564D-BA86-9AB4E32FD520}" type="pres">
      <dgm:prSet presAssocID="{5F32892B-444D-9648-A125-80A2347065CE}" presName="hierChild4" presStyleCnt="0"/>
      <dgm:spPr/>
    </dgm:pt>
    <dgm:pt modelId="{6C750A8A-3D78-5241-ADCB-DEB877E71119}" type="pres">
      <dgm:prSet presAssocID="{D9C533DD-D7DF-494C-B7AE-B0DE6F23C353}" presName="Name17" presStyleLbl="parChTrans1D3" presStyleIdx="1" presStyleCnt="5"/>
      <dgm:spPr/>
    </dgm:pt>
    <dgm:pt modelId="{401634AE-51ED-714C-A10A-798F113F58F2}" type="pres">
      <dgm:prSet presAssocID="{F1317889-6BE8-7948-8D20-65FA8E988FA4}" presName="hierRoot3" presStyleCnt="0"/>
      <dgm:spPr/>
    </dgm:pt>
    <dgm:pt modelId="{6AE2A24C-4E28-E948-9FDC-CE4DBBC74EE3}" type="pres">
      <dgm:prSet presAssocID="{F1317889-6BE8-7948-8D20-65FA8E988FA4}" presName="composite3" presStyleCnt="0"/>
      <dgm:spPr/>
    </dgm:pt>
    <dgm:pt modelId="{D199E20A-F8BF-9144-94CA-18940CD7DEB6}" type="pres">
      <dgm:prSet presAssocID="{F1317889-6BE8-7948-8D20-65FA8E988FA4}" presName="background3" presStyleLbl="node3" presStyleIdx="1" presStyleCnt="5"/>
      <dgm:spPr/>
    </dgm:pt>
    <dgm:pt modelId="{5E03EBD9-E248-1043-8F81-B67931AF3ABE}" type="pres">
      <dgm:prSet presAssocID="{F1317889-6BE8-7948-8D20-65FA8E988FA4}" presName="text3" presStyleLbl="fgAcc3" presStyleIdx="1" presStyleCnt="5">
        <dgm:presLayoutVars>
          <dgm:chPref val="3"/>
        </dgm:presLayoutVars>
      </dgm:prSet>
      <dgm:spPr/>
    </dgm:pt>
    <dgm:pt modelId="{1A42930B-F235-2442-8463-459BB1803678}" type="pres">
      <dgm:prSet presAssocID="{F1317889-6BE8-7948-8D20-65FA8E988FA4}" presName="hierChild4" presStyleCnt="0"/>
      <dgm:spPr/>
    </dgm:pt>
    <dgm:pt modelId="{28E7277E-7152-4145-9BB1-EDC6D5F2A1CC}" type="pres">
      <dgm:prSet presAssocID="{EFF83B11-74A7-3D46-9479-4241127DC463}" presName="Name17" presStyleLbl="parChTrans1D3" presStyleIdx="2" presStyleCnt="5"/>
      <dgm:spPr/>
    </dgm:pt>
    <dgm:pt modelId="{2CEE7301-472D-7B42-B8D3-CEF3D1570E0F}" type="pres">
      <dgm:prSet presAssocID="{D798765A-3641-2E4D-B162-57E44CF564B2}" presName="hierRoot3" presStyleCnt="0"/>
      <dgm:spPr/>
    </dgm:pt>
    <dgm:pt modelId="{CA731B0C-AF2F-EB4C-A022-85E858B204A1}" type="pres">
      <dgm:prSet presAssocID="{D798765A-3641-2E4D-B162-57E44CF564B2}" presName="composite3" presStyleCnt="0"/>
      <dgm:spPr/>
    </dgm:pt>
    <dgm:pt modelId="{A2A6867B-A5EB-DD48-B03C-8B97B84B6091}" type="pres">
      <dgm:prSet presAssocID="{D798765A-3641-2E4D-B162-57E44CF564B2}" presName="background3" presStyleLbl="node3" presStyleIdx="2" presStyleCnt="5"/>
      <dgm:spPr/>
    </dgm:pt>
    <dgm:pt modelId="{93550C62-798C-674A-BC8D-00B6258A87A4}" type="pres">
      <dgm:prSet presAssocID="{D798765A-3641-2E4D-B162-57E44CF564B2}" presName="text3" presStyleLbl="fgAcc3" presStyleIdx="2" presStyleCnt="5">
        <dgm:presLayoutVars>
          <dgm:chPref val="3"/>
        </dgm:presLayoutVars>
      </dgm:prSet>
      <dgm:spPr/>
    </dgm:pt>
    <dgm:pt modelId="{9BA6ECE0-B4BA-3047-A876-C147F584F292}" type="pres">
      <dgm:prSet presAssocID="{D798765A-3641-2E4D-B162-57E44CF564B2}" presName="hierChild4" presStyleCnt="0"/>
      <dgm:spPr/>
    </dgm:pt>
    <dgm:pt modelId="{5701B02C-DA07-F542-9769-A7EF98FFC126}" type="pres">
      <dgm:prSet presAssocID="{7E339AEC-70E6-6747-9990-76443EBF179A}" presName="Name10" presStyleLbl="parChTrans1D2" presStyleIdx="1" presStyleCnt="2"/>
      <dgm:spPr/>
    </dgm:pt>
    <dgm:pt modelId="{BDA3712F-888B-E740-AD97-5A25582B3457}" type="pres">
      <dgm:prSet presAssocID="{28996E74-5655-AC4D-963C-D42D4E1A659A}" presName="hierRoot2" presStyleCnt="0"/>
      <dgm:spPr/>
    </dgm:pt>
    <dgm:pt modelId="{5CEF540A-7DDC-BF40-9C8F-EEB1AC9BF261}" type="pres">
      <dgm:prSet presAssocID="{28996E74-5655-AC4D-963C-D42D4E1A659A}" presName="composite2" presStyleCnt="0"/>
      <dgm:spPr/>
    </dgm:pt>
    <dgm:pt modelId="{E4BE1F15-E905-CB4D-BFD9-BECC63D9DA14}" type="pres">
      <dgm:prSet presAssocID="{28996E74-5655-AC4D-963C-D42D4E1A659A}" presName="background2" presStyleLbl="node2" presStyleIdx="1" presStyleCnt="2"/>
      <dgm:spPr/>
    </dgm:pt>
    <dgm:pt modelId="{3B82D116-CF19-5C45-900F-D1C21FAB0A77}" type="pres">
      <dgm:prSet presAssocID="{28996E74-5655-AC4D-963C-D42D4E1A659A}" presName="text2" presStyleLbl="fgAcc2" presStyleIdx="1" presStyleCnt="2">
        <dgm:presLayoutVars>
          <dgm:chPref val="3"/>
        </dgm:presLayoutVars>
      </dgm:prSet>
      <dgm:spPr/>
    </dgm:pt>
    <dgm:pt modelId="{A4B9F81B-D994-2443-8735-92AC0D029E3E}" type="pres">
      <dgm:prSet presAssocID="{28996E74-5655-AC4D-963C-D42D4E1A659A}" presName="hierChild3" presStyleCnt="0"/>
      <dgm:spPr/>
    </dgm:pt>
    <dgm:pt modelId="{CA633913-C41C-7849-AB80-38FD57B11F06}" type="pres">
      <dgm:prSet presAssocID="{F8AF8FAB-D877-FA4E-B3C3-CEFCCA93116C}" presName="Name17" presStyleLbl="parChTrans1D3" presStyleIdx="3" presStyleCnt="5"/>
      <dgm:spPr/>
    </dgm:pt>
    <dgm:pt modelId="{B864EE91-C760-7340-ACF8-129381B05808}" type="pres">
      <dgm:prSet presAssocID="{90104314-C49B-6343-98EC-0552064DA968}" presName="hierRoot3" presStyleCnt="0"/>
      <dgm:spPr/>
    </dgm:pt>
    <dgm:pt modelId="{58F58F00-B495-4042-AB4C-A9E1F3764FED}" type="pres">
      <dgm:prSet presAssocID="{90104314-C49B-6343-98EC-0552064DA968}" presName="composite3" presStyleCnt="0"/>
      <dgm:spPr/>
    </dgm:pt>
    <dgm:pt modelId="{BFAB607F-FD38-1A49-A239-06785EB42EA5}" type="pres">
      <dgm:prSet presAssocID="{90104314-C49B-6343-98EC-0552064DA968}" presName="background3" presStyleLbl="node3" presStyleIdx="3" presStyleCnt="5"/>
      <dgm:spPr/>
    </dgm:pt>
    <dgm:pt modelId="{A93AB391-1E49-364C-96D7-4960DC71D443}" type="pres">
      <dgm:prSet presAssocID="{90104314-C49B-6343-98EC-0552064DA968}" presName="text3" presStyleLbl="fgAcc3" presStyleIdx="3" presStyleCnt="5">
        <dgm:presLayoutVars>
          <dgm:chPref val="3"/>
        </dgm:presLayoutVars>
      </dgm:prSet>
      <dgm:spPr/>
    </dgm:pt>
    <dgm:pt modelId="{F1D15651-6999-8842-AD50-BA5F2213B53A}" type="pres">
      <dgm:prSet presAssocID="{90104314-C49B-6343-98EC-0552064DA968}" presName="hierChild4" presStyleCnt="0"/>
      <dgm:spPr/>
    </dgm:pt>
    <dgm:pt modelId="{9C11681C-D490-B44E-A694-411741C55EA6}" type="pres">
      <dgm:prSet presAssocID="{FF2E342B-BFB5-844A-AF21-1D98FD83000A}" presName="Name17" presStyleLbl="parChTrans1D3" presStyleIdx="4" presStyleCnt="5"/>
      <dgm:spPr/>
    </dgm:pt>
    <dgm:pt modelId="{705CB14F-0F4C-5948-953B-CF0918DF85F3}" type="pres">
      <dgm:prSet presAssocID="{DA939D19-B282-0648-B01D-93256640C461}" presName="hierRoot3" presStyleCnt="0"/>
      <dgm:spPr/>
    </dgm:pt>
    <dgm:pt modelId="{C1F5DC3C-5175-ED46-A7E9-779074C1AE84}" type="pres">
      <dgm:prSet presAssocID="{DA939D19-B282-0648-B01D-93256640C461}" presName="composite3" presStyleCnt="0"/>
      <dgm:spPr/>
    </dgm:pt>
    <dgm:pt modelId="{B168E1B9-DF3B-A94A-87A1-ABB853C31247}" type="pres">
      <dgm:prSet presAssocID="{DA939D19-B282-0648-B01D-93256640C461}" presName="background3" presStyleLbl="node3" presStyleIdx="4" presStyleCnt="5"/>
      <dgm:spPr/>
    </dgm:pt>
    <dgm:pt modelId="{FFC973F6-3C0D-E042-880C-3408A4D8BDBE}" type="pres">
      <dgm:prSet presAssocID="{DA939D19-B282-0648-B01D-93256640C461}" presName="text3" presStyleLbl="fgAcc3" presStyleIdx="4" presStyleCnt="5">
        <dgm:presLayoutVars>
          <dgm:chPref val="3"/>
        </dgm:presLayoutVars>
      </dgm:prSet>
      <dgm:spPr/>
    </dgm:pt>
    <dgm:pt modelId="{B1F51F0D-F992-9547-963A-0CB287708E1C}" type="pres">
      <dgm:prSet presAssocID="{DA939D19-B282-0648-B01D-93256640C461}" presName="hierChild4" presStyleCnt="0"/>
      <dgm:spPr/>
    </dgm:pt>
  </dgm:ptLst>
  <dgm:cxnLst>
    <dgm:cxn modelId="{67ACB90B-E91A-6642-BB65-D4AE40B76FB1}" type="presOf" srcId="{D798765A-3641-2E4D-B162-57E44CF564B2}" destId="{93550C62-798C-674A-BC8D-00B6258A87A4}" srcOrd="0" destOrd="0" presId="urn:microsoft.com/office/officeart/2005/8/layout/hierarchy1"/>
    <dgm:cxn modelId="{C94E560D-35AF-FB45-BFAA-8520B91DC71A}" type="presOf" srcId="{F1317889-6BE8-7948-8D20-65FA8E988FA4}" destId="{5E03EBD9-E248-1043-8F81-B67931AF3ABE}" srcOrd="0" destOrd="0" presId="urn:microsoft.com/office/officeart/2005/8/layout/hierarchy1"/>
    <dgm:cxn modelId="{5BF03F11-1D1E-E84E-B7B9-F5EC99187D8C}" type="presOf" srcId="{F8AF8FAB-D877-FA4E-B3C3-CEFCCA93116C}" destId="{CA633913-C41C-7849-AB80-38FD57B11F06}" srcOrd="0" destOrd="0" presId="urn:microsoft.com/office/officeart/2005/8/layout/hierarchy1"/>
    <dgm:cxn modelId="{A1C25D12-587A-7544-82F8-537F9D463068}" type="presOf" srcId="{7E339AEC-70E6-6747-9990-76443EBF179A}" destId="{5701B02C-DA07-F542-9769-A7EF98FFC126}" srcOrd="0" destOrd="0" presId="urn:microsoft.com/office/officeart/2005/8/layout/hierarchy1"/>
    <dgm:cxn modelId="{D0711D19-3F23-3C4D-836D-3D5ED8BDAD7F}" type="presOf" srcId="{0B427F86-AF31-6147-8800-4A5BC1F34460}" destId="{9DFF1FA2-C88E-BF44-8D5E-82A7AE5E9798}" srcOrd="0" destOrd="0" presId="urn:microsoft.com/office/officeart/2005/8/layout/hierarchy1"/>
    <dgm:cxn modelId="{F310B828-C06F-804E-8826-D53C2E0605A1}" type="presOf" srcId="{6FB10109-28CB-314D-84A2-4C7EC82C82CE}" destId="{CDE6AFD8-C93A-464D-9E0D-D8748FB6A83F}" srcOrd="0" destOrd="0" presId="urn:microsoft.com/office/officeart/2005/8/layout/hierarchy1"/>
    <dgm:cxn modelId="{75BDDA28-569E-BE49-B04B-7FC186529E4C}" type="presOf" srcId="{90104314-C49B-6343-98EC-0552064DA968}" destId="{A93AB391-1E49-364C-96D7-4960DC71D443}" srcOrd="0" destOrd="0" presId="urn:microsoft.com/office/officeart/2005/8/layout/hierarchy1"/>
    <dgm:cxn modelId="{47484944-A80C-5445-8FEA-7AF5A34906E0}" srcId="{28996E74-5655-AC4D-963C-D42D4E1A659A}" destId="{DA939D19-B282-0648-B01D-93256640C461}" srcOrd="1" destOrd="0" parTransId="{FF2E342B-BFB5-844A-AF21-1D98FD83000A}" sibTransId="{941461FB-45BE-274E-AAD2-6BE8A7EDF83A}"/>
    <dgm:cxn modelId="{1B6F664F-854B-6740-A05C-1EF1F09D7D74}" type="presOf" srcId="{92525402-4264-DF48-8424-8FF5FC6F9906}" destId="{D4B405AB-D469-284C-9473-AB9D5FE5E688}" srcOrd="0" destOrd="0" presId="urn:microsoft.com/office/officeart/2005/8/layout/hierarchy1"/>
    <dgm:cxn modelId="{5D194E5F-B94B-A140-B671-105C3975F982}" type="presOf" srcId="{D9C533DD-D7DF-494C-B7AE-B0DE6F23C353}" destId="{6C750A8A-3D78-5241-ADCB-DEB877E71119}" srcOrd="0" destOrd="0" presId="urn:microsoft.com/office/officeart/2005/8/layout/hierarchy1"/>
    <dgm:cxn modelId="{D12A2663-A4D5-3041-80C0-0B3D36DCF121}" type="presOf" srcId="{28996E74-5655-AC4D-963C-D42D4E1A659A}" destId="{3B82D116-CF19-5C45-900F-D1C21FAB0A77}" srcOrd="0" destOrd="0" presId="urn:microsoft.com/office/officeart/2005/8/layout/hierarchy1"/>
    <dgm:cxn modelId="{446D4B63-4230-7040-9C38-5286A06D3C91}" srcId="{00BC9443-99B2-BB40-8554-D0310215A0CE}" destId="{0B427F86-AF31-6147-8800-4A5BC1F34460}" srcOrd="0" destOrd="0" parTransId="{B317A1C1-DF53-1246-B421-A85269A03C9F}" sibTransId="{52CFD135-C2DA-2243-A09A-761CE18C52A1}"/>
    <dgm:cxn modelId="{8A5E536D-D228-8248-AF34-1B7DF5D03FCA}" type="presOf" srcId="{53414396-02EE-C243-987B-38FD6EB70C86}" destId="{998A3D1C-0ECE-9645-BDE0-4645B00E610F}" srcOrd="0" destOrd="0" presId="urn:microsoft.com/office/officeart/2005/8/layout/hierarchy1"/>
    <dgm:cxn modelId="{80FCEE6D-830C-2242-9C83-69ED2EF32403}" srcId="{0B427F86-AF31-6147-8800-4A5BC1F34460}" destId="{6FB10109-28CB-314D-84A2-4C7EC82C82CE}" srcOrd="0" destOrd="0" parTransId="{92525402-4264-DF48-8424-8FF5FC6F9906}" sibTransId="{C83A83DF-AF76-1D43-8B55-CACCB0DE36DE}"/>
    <dgm:cxn modelId="{F2AB3F71-4883-A742-94B4-43A9C0756894}" srcId="{6FB10109-28CB-314D-84A2-4C7EC82C82CE}" destId="{F1317889-6BE8-7948-8D20-65FA8E988FA4}" srcOrd="1" destOrd="0" parTransId="{D9C533DD-D7DF-494C-B7AE-B0DE6F23C353}" sibTransId="{2C1D5FAE-2668-F94E-A6F3-E9247F31DCC6}"/>
    <dgm:cxn modelId="{42BBCF84-B804-3640-966E-F4896E5D25C9}" srcId="{6FB10109-28CB-314D-84A2-4C7EC82C82CE}" destId="{D798765A-3641-2E4D-B162-57E44CF564B2}" srcOrd="2" destOrd="0" parTransId="{EFF83B11-74A7-3D46-9479-4241127DC463}" sibTransId="{4D07ECCB-E595-BC4A-BE60-F4ED9AE26712}"/>
    <dgm:cxn modelId="{DB0126A6-6C7D-7C4C-8176-51E54B6608F1}" type="presOf" srcId="{EFF83B11-74A7-3D46-9479-4241127DC463}" destId="{28E7277E-7152-4145-9BB1-EDC6D5F2A1CC}" srcOrd="0" destOrd="0" presId="urn:microsoft.com/office/officeart/2005/8/layout/hierarchy1"/>
    <dgm:cxn modelId="{B17906A8-4424-5A44-A42D-C1A761D6A122}" type="presOf" srcId="{FF2E342B-BFB5-844A-AF21-1D98FD83000A}" destId="{9C11681C-D490-B44E-A694-411741C55EA6}" srcOrd="0" destOrd="0" presId="urn:microsoft.com/office/officeart/2005/8/layout/hierarchy1"/>
    <dgm:cxn modelId="{24FC62BB-FB9B-3A4B-B42A-ED342FFEAD02}" srcId="{28996E74-5655-AC4D-963C-D42D4E1A659A}" destId="{90104314-C49B-6343-98EC-0552064DA968}" srcOrd="0" destOrd="0" parTransId="{F8AF8FAB-D877-FA4E-B3C3-CEFCCA93116C}" sibTransId="{F26BC757-4957-1A44-89A3-6786067066B4}"/>
    <dgm:cxn modelId="{08C048BD-E6EB-4F46-91D5-16487A5266B0}" type="presOf" srcId="{00BC9443-99B2-BB40-8554-D0310215A0CE}" destId="{2BF80573-36B6-DC44-A4F9-6BDC10A48396}" srcOrd="0" destOrd="0" presId="urn:microsoft.com/office/officeart/2005/8/layout/hierarchy1"/>
    <dgm:cxn modelId="{B5CA3FD3-36F8-8E42-B2BB-5D75174A87E3}" type="presOf" srcId="{DA939D19-B282-0648-B01D-93256640C461}" destId="{FFC973F6-3C0D-E042-880C-3408A4D8BDBE}" srcOrd="0" destOrd="0" presId="urn:microsoft.com/office/officeart/2005/8/layout/hierarchy1"/>
    <dgm:cxn modelId="{BF0421E2-0310-3540-8407-20C318A01DDD}" type="presOf" srcId="{5F32892B-444D-9648-A125-80A2347065CE}" destId="{4CABEAEF-E4BD-3D48-860C-CBFBA699220F}" srcOrd="0" destOrd="0" presId="urn:microsoft.com/office/officeart/2005/8/layout/hierarchy1"/>
    <dgm:cxn modelId="{790993F5-85ED-E94B-9D08-27E86DC8668E}" srcId="{0B427F86-AF31-6147-8800-4A5BC1F34460}" destId="{28996E74-5655-AC4D-963C-D42D4E1A659A}" srcOrd="1" destOrd="0" parTransId="{7E339AEC-70E6-6747-9990-76443EBF179A}" sibTransId="{88B9300D-A4F1-D74D-9F13-FB96A5E3FA20}"/>
    <dgm:cxn modelId="{04FAD8F8-EFE7-7346-A9AE-124C67A0E1A0}" srcId="{6FB10109-28CB-314D-84A2-4C7EC82C82CE}" destId="{5F32892B-444D-9648-A125-80A2347065CE}" srcOrd="0" destOrd="0" parTransId="{53414396-02EE-C243-987B-38FD6EB70C86}" sibTransId="{87131643-96A7-D343-B0D8-8AE14D2235CB}"/>
    <dgm:cxn modelId="{99EF5DAE-82E0-4E48-AF26-6895F51E54FB}" type="presParOf" srcId="{2BF80573-36B6-DC44-A4F9-6BDC10A48396}" destId="{1B25AEDD-9B86-124E-B53B-D3B17E662156}" srcOrd="0" destOrd="0" presId="urn:microsoft.com/office/officeart/2005/8/layout/hierarchy1"/>
    <dgm:cxn modelId="{D9025EFB-3A4B-5447-8BF3-D57EDA8F2C22}" type="presParOf" srcId="{1B25AEDD-9B86-124E-B53B-D3B17E662156}" destId="{04717D83-7078-424C-9F31-438C863CD5A7}" srcOrd="0" destOrd="0" presId="urn:microsoft.com/office/officeart/2005/8/layout/hierarchy1"/>
    <dgm:cxn modelId="{1B6A8EC7-8F1C-FA47-87D3-267004D68088}" type="presParOf" srcId="{04717D83-7078-424C-9F31-438C863CD5A7}" destId="{C3B539AA-EE95-DF46-805E-FF46EB0CADA0}" srcOrd="0" destOrd="0" presId="urn:microsoft.com/office/officeart/2005/8/layout/hierarchy1"/>
    <dgm:cxn modelId="{63DD102A-21D8-5740-A5A8-331B60CF34AD}" type="presParOf" srcId="{04717D83-7078-424C-9F31-438C863CD5A7}" destId="{9DFF1FA2-C88E-BF44-8D5E-82A7AE5E9798}" srcOrd="1" destOrd="0" presId="urn:microsoft.com/office/officeart/2005/8/layout/hierarchy1"/>
    <dgm:cxn modelId="{92AAEDA0-3525-5F4F-8EF4-AD2AD8B4851E}" type="presParOf" srcId="{1B25AEDD-9B86-124E-B53B-D3B17E662156}" destId="{7EC087D3-6B09-5E4F-8935-1F33FE4B5089}" srcOrd="1" destOrd="0" presId="urn:microsoft.com/office/officeart/2005/8/layout/hierarchy1"/>
    <dgm:cxn modelId="{92358FFB-FA9B-D44B-9414-AAF55AB49B3F}" type="presParOf" srcId="{7EC087D3-6B09-5E4F-8935-1F33FE4B5089}" destId="{D4B405AB-D469-284C-9473-AB9D5FE5E688}" srcOrd="0" destOrd="0" presId="urn:microsoft.com/office/officeart/2005/8/layout/hierarchy1"/>
    <dgm:cxn modelId="{D041D4A0-5204-B848-B756-53E6AFD9B937}" type="presParOf" srcId="{7EC087D3-6B09-5E4F-8935-1F33FE4B5089}" destId="{5E620C4A-E6A5-B840-82FC-21D0C3FBE854}" srcOrd="1" destOrd="0" presId="urn:microsoft.com/office/officeart/2005/8/layout/hierarchy1"/>
    <dgm:cxn modelId="{AB8BB2CA-AAC3-F14D-AE28-C9526A632D88}" type="presParOf" srcId="{5E620C4A-E6A5-B840-82FC-21D0C3FBE854}" destId="{A1955627-BD0E-BA44-B7BF-138D6616F799}" srcOrd="0" destOrd="0" presId="urn:microsoft.com/office/officeart/2005/8/layout/hierarchy1"/>
    <dgm:cxn modelId="{E143D57C-C74D-A04B-814C-973862B74077}" type="presParOf" srcId="{A1955627-BD0E-BA44-B7BF-138D6616F799}" destId="{2658DEB2-1451-1C41-84F9-498F4F135092}" srcOrd="0" destOrd="0" presId="urn:microsoft.com/office/officeart/2005/8/layout/hierarchy1"/>
    <dgm:cxn modelId="{90195568-542F-3946-87B7-9167F730B8AF}" type="presParOf" srcId="{A1955627-BD0E-BA44-B7BF-138D6616F799}" destId="{CDE6AFD8-C93A-464D-9E0D-D8748FB6A83F}" srcOrd="1" destOrd="0" presId="urn:microsoft.com/office/officeart/2005/8/layout/hierarchy1"/>
    <dgm:cxn modelId="{0C90818B-FF37-3649-B941-ECC4B2253BAC}" type="presParOf" srcId="{5E620C4A-E6A5-B840-82FC-21D0C3FBE854}" destId="{9AAB2656-5AF3-0942-AA19-98A362BB13F8}" srcOrd="1" destOrd="0" presId="urn:microsoft.com/office/officeart/2005/8/layout/hierarchy1"/>
    <dgm:cxn modelId="{8149B21D-D7AB-BB4D-88C8-87D8CC8A864E}" type="presParOf" srcId="{9AAB2656-5AF3-0942-AA19-98A362BB13F8}" destId="{998A3D1C-0ECE-9645-BDE0-4645B00E610F}" srcOrd="0" destOrd="0" presId="urn:microsoft.com/office/officeart/2005/8/layout/hierarchy1"/>
    <dgm:cxn modelId="{DF87F965-E740-0745-9EBE-B195B70EB0E4}" type="presParOf" srcId="{9AAB2656-5AF3-0942-AA19-98A362BB13F8}" destId="{90045FAB-5555-2C4C-9090-5DA918DD502B}" srcOrd="1" destOrd="0" presId="urn:microsoft.com/office/officeart/2005/8/layout/hierarchy1"/>
    <dgm:cxn modelId="{215E77D4-9CFC-DA43-B837-97FD63CAFB51}" type="presParOf" srcId="{90045FAB-5555-2C4C-9090-5DA918DD502B}" destId="{53DAA920-5CA3-B749-8668-29B9B55B2E49}" srcOrd="0" destOrd="0" presId="urn:microsoft.com/office/officeart/2005/8/layout/hierarchy1"/>
    <dgm:cxn modelId="{B70A02EF-7EEB-3244-AC13-25086321867D}" type="presParOf" srcId="{53DAA920-5CA3-B749-8668-29B9B55B2E49}" destId="{78040002-B55B-D340-A9EB-2AE1564E566D}" srcOrd="0" destOrd="0" presId="urn:microsoft.com/office/officeart/2005/8/layout/hierarchy1"/>
    <dgm:cxn modelId="{6E9AB284-7DB0-0C40-80A4-C18B19C86F6A}" type="presParOf" srcId="{53DAA920-5CA3-B749-8668-29B9B55B2E49}" destId="{4CABEAEF-E4BD-3D48-860C-CBFBA699220F}" srcOrd="1" destOrd="0" presId="urn:microsoft.com/office/officeart/2005/8/layout/hierarchy1"/>
    <dgm:cxn modelId="{A7C53FF8-F83D-4A41-95DC-1F618D51558F}" type="presParOf" srcId="{90045FAB-5555-2C4C-9090-5DA918DD502B}" destId="{FA6F7CDD-4D16-564D-BA86-9AB4E32FD520}" srcOrd="1" destOrd="0" presId="urn:microsoft.com/office/officeart/2005/8/layout/hierarchy1"/>
    <dgm:cxn modelId="{22EEAED7-79DA-EF48-9984-12A09984C544}" type="presParOf" srcId="{9AAB2656-5AF3-0942-AA19-98A362BB13F8}" destId="{6C750A8A-3D78-5241-ADCB-DEB877E71119}" srcOrd="2" destOrd="0" presId="urn:microsoft.com/office/officeart/2005/8/layout/hierarchy1"/>
    <dgm:cxn modelId="{D590D5D9-CA61-514B-9F6E-8F00D4053728}" type="presParOf" srcId="{9AAB2656-5AF3-0942-AA19-98A362BB13F8}" destId="{401634AE-51ED-714C-A10A-798F113F58F2}" srcOrd="3" destOrd="0" presId="urn:microsoft.com/office/officeart/2005/8/layout/hierarchy1"/>
    <dgm:cxn modelId="{E8C49808-6411-8D4B-9E4C-0998ECAD3EBA}" type="presParOf" srcId="{401634AE-51ED-714C-A10A-798F113F58F2}" destId="{6AE2A24C-4E28-E948-9FDC-CE4DBBC74EE3}" srcOrd="0" destOrd="0" presId="urn:microsoft.com/office/officeart/2005/8/layout/hierarchy1"/>
    <dgm:cxn modelId="{8BF75A71-B144-8E4C-A8DB-29BD1B8208FD}" type="presParOf" srcId="{6AE2A24C-4E28-E948-9FDC-CE4DBBC74EE3}" destId="{D199E20A-F8BF-9144-94CA-18940CD7DEB6}" srcOrd="0" destOrd="0" presId="urn:microsoft.com/office/officeart/2005/8/layout/hierarchy1"/>
    <dgm:cxn modelId="{ED79588E-1188-A042-AE06-C700B04F450D}" type="presParOf" srcId="{6AE2A24C-4E28-E948-9FDC-CE4DBBC74EE3}" destId="{5E03EBD9-E248-1043-8F81-B67931AF3ABE}" srcOrd="1" destOrd="0" presId="urn:microsoft.com/office/officeart/2005/8/layout/hierarchy1"/>
    <dgm:cxn modelId="{6A3FE441-80AD-F341-A02A-F5C87653D848}" type="presParOf" srcId="{401634AE-51ED-714C-A10A-798F113F58F2}" destId="{1A42930B-F235-2442-8463-459BB1803678}" srcOrd="1" destOrd="0" presId="urn:microsoft.com/office/officeart/2005/8/layout/hierarchy1"/>
    <dgm:cxn modelId="{A5B94B95-180D-7E4E-A941-CAA1759D81BD}" type="presParOf" srcId="{9AAB2656-5AF3-0942-AA19-98A362BB13F8}" destId="{28E7277E-7152-4145-9BB1-EDC6D5F2A1CC}" srcOrd="4" destOrd="0" presId="urn:microsoft.com/office/officeart/2005/8/layout/hierarchy1"/>
    <dgm:cxn modelId="{E7F06AA3-D631-344D-9260-4793EDD5A8AB}" type="presParOf" srcId="{9AAB2656-5AF3-0942-AA19-98A362BB13F8}" destId="{2CEE7301-472D-7B42-B8D3-CEF3D1570E0F}" srcOrd="5" destOrd="0" presId="urn:microsoft.com/office/officeart/2005/8/layout/hierarchy1"/>
    <dgm:cxn modelId="{1F89F791-9987-6A46-99B7-BC2D9E1ECB6E}" type="presParOf" srcId="{2CEE7301-472D-7B42-B8D3-CEF3D1570E0F}" destId="{CA731B0C-AF2F-EB4C-A022-85E858B204A1}" srcOrd="0" destOrd="0" presId="urn:microsoft.com/office/officeart/2005/8/layout/hierarchy1"/>
    <dgm:cxn modelId="{FBC9208B-C2D6-2740-BDF7-3AB6C1391E4A}" type="presParOf" srcId="{CA731B0C-AF2F-EB4C-A022-85E858B204A1}" destId="{A2A6867B-A5EB-DD48-B03C-8B97B84B6091}" srcOrd="0" destOrd="0" presId="urn:microsoft.com/office/officeart/2005/8/layout/hierarchy1"/>
    <dgm:cxn modelId="{633F653C-869C-C74E-9268-C2E08FA67080}" type="presParOf" srcId="{CA731B0C-AF2F-EB4C-A022-85E858B204A1}" destId="{93550C62-798C-674A-BC8D-00B6258A87A4}" srcOrd="1" destOrd="0" presId="urn:microsoft.com/office/officeart/2005/8/layout/hierarchy1"/>
    <dgm:cxn modelId="{59A24D0D-9D37-024C-B0AF-3380252486C6}" type="presParOf" srcId="{2CEE7301-472D-7B42-B8D3-CEF3D1570E0F}" destId="{9BA6ECE0-B4BA-3047-A876-C147F584F292}" srcOrd="1" destOrd="0" presId="urn:microsoft.com/office/officeart/2005/8/layout/hierarchy1"/>
    <dgm:cxn modelId="{BE395EEE-D895-4A4F-A40A-C4C2749C9082}" type="presParOf" srcId="{7EC087D3-6B09-5E4F-8935-1F33FE4B5089}" destId="{5701B02C-DA07-F542-9769-A7EF98FFC126}" srcOrd="2" destOrd="0" presId="urn:microsoft.com/office/officeart/2005/8/layout/hierarchy1"/>
    <dgm:cxn modelId="{2EEC6EAB-944E-944F-84D1-68ECA989794B}" type="presParOf" srcId="{7EC087D3-6B09-5E4F-8935-1F33FE4B5089}" destId="{BDA3712F-888B-E740-AD97-5A25582B3457}" srcOrd="3" destOrd="0" presId="urn:microsoft.com/office/officeart/2005/8/layout/hierarchy1"/>
    <dgm:cxn modelId="{81C198EF-7840-C44F-8C28-65CF8F5DCD7C}" type="presParOf" srcId="{BDA3712F-888B-E740-AD97-5A25582B3457}" destId="{5CEF540A-7DDC-BF40-9C8F-EEB1AC9BF261}" srcOrd="0" destOrd="0" presId="urn:microsoft.com/office/officeart/2005/8/layout/hierarchy1"/>
    <dgm:cxn modelId="{4D1D0305-F6C0-7E4D-B57B-A01BD1C68B49}" type="presParOf" srcId="{5CEF540A-7DDC-BF40-9C8F-EEB1AC9BF261}" destId="{E4BE1F15-E905-CB4D-BFD9-BECC63D9DA14}" srcOrd="0" destOrd="0" presId="urn:microsoft.com/office/officeart/2005/8/layout/hierarchy1"/>
    <dgm:cxn modelId="{1A16FEAB-EDB2-9246-BA02-803C74EB6136}" type="presParOf" srcId="{5CEF540A-7DDC-BF40-9C8F-EEB1AC9BF261}" destId="{3B82D116-CF19-5C45-900F-D1C21FAB0A77}" srcOrd="1" destOrd="0" presId="urn:microsoft.com/office/officeart/2005/8/layout/hierarchy1"/>
    <dgm:cxn modelId="{2E310775-7055-D246-B8B4-78B5961D124D}" type="presParOf" srcId="{BDA3712F-888B-E740-AD97-5A25582B3457}" destId="{A4B9F81B-D994-2443-8735-92AC0D029E3E}" srcOrd="1" destOrd="0" presId="urn:microsoft.com/office/officeart/2005/8/layout/hierarchy1"/>
    <dgm:cxn modelId="{C21B7D43-E61D-924F-976D-DC99CCFE2FBF}" type="presParOf" srcId="{A4B9F81B-D994-2443-8735-92AC0D029E3E}" destId="{CA633913-C41C-7849-AB80-38FD57B11F06}" srcOrd="0" destOrd="0" presId="urn:microsoft.com/office/officeart/2005/8/layout/hierarchy1"/>
    <dgm:cxn modelId="{5F4E17BD-A930-A144-ABA1-40C4E9F6F3FA}" type="presParOf" srcId="{A4B9F81B-D994-2443-8735-92AC0D029E3E}" destId="{B864EE91-C760-7340-ACF8-129381B05808}" srcOrd="1" destOrd="0" presId="urn:microsoft.com/office/officeart/2005/8/layout/hierarchy1"/>
    <dgm:cxn modelId="{E34ACD43-BEFF-F342-9DA3-82FFD3787C83}" type="presParOf" srcId="{B864EE91-C760-7340-ACF8-129381B05808}" destId="{58F58F00-B495-4042-AB4C-A9E1F3764FED}" srcOrd="0" destOrd="0" presId="urn:microsoft.com/office/officeart/2005/8/layout/hierarchy1"/>
    <dgm:cxn modelId="{7AE3FA15-25C7-A24A-94B8-AFC52B3527F3}" type="presParOf" srcId="{58F58F00-B495-4042-AB4C-A9E1F3764FED}" destId="{BFAB607F-FD38-1A49-A239-06785EB42EA5}" srcOrd="0" destOrd="0" presId="urn:microsoft.com/office/officeart/2005/8/layout/hierarchy1"/>
    <dgm:cxn modelId="{DBF5E945-8EC4-9545-A510-9BD37E69C0C3}" type="presParOf" srcId="{58F58F00-B495-4042-AB4C-A9E1F3764FED}" destId="{A93AB391-1E49-364C-96D7-4960DC71D443}" srcOrd="1" destOrd="0" presId="urn:microsoft.com/office/officeart/2005/8/layout/hierarchy1"/>
    <dgm:cxn modelId="{4547B37F-6483-DE4F-8809-BFFEB3B0AC34}" type="presParOf" srcId="{B864EE91-C760-7340-ACF8-129381B05808}" destId="{F1D15651-6999-8842-AD50-BA5F2213B53A}" srcOrd="1" destOrd="0" presId="urn:microsoft.com/office/officeart/2005/8/layout/hierarchy1"/>
    <dgm:cxn modelId="{CCE406C1-4366-4F4E-8129-2C5B7B28F009}" type="presParOf" srcId="{A4B9F81B-D994-2443-8735-92AC0D029E3E}" destId="{9C11681C-D490-B44E-A694-411741C55EA6}" srcOrd="2" destOrd="0" presId="urn:microsoft.com/office/officeart/2005/8/layout/hierarchy1"/>
    <dgm:cxn modelId="{7B467DE2-90A6-B54B-8C13-F3B53F77DE7A}" type="presParOf" srcId="{A4B9F81B-D994-2443-8735-92AC0D029E3E}" destId="{705CB14F-0F4C-5948-953B-CF0918DF85F3}" srcOrd="3" destOrd="0" presId="urn:microsoft.com/office/officeart/2005/8/layout/hierarchy1"/>
    <dgm:cxn modelId="{7D6D6D54-232D-C24D-9000-6D7F704AE33C}" type="presParOf" srcId="{705CB14F-0F4C-5948-953B-CF0918DF85F3}" destId="{C1F5DC3C-5175-ED46-A7E9-779074C1AE84}" srcOrd="0" destOrd="0" presId="urn:microsoft.com/office/officeart/2005/8/layout/hierarchy1"/>
    <dgm:cxn modelId="{E6F7373A-A5A1-BD4A-A238-94FBDF886728}" type="presParOf" srcId="{C1F5DC3C-5175-ED46-A7E9-779074C1AE84}" destId="{B168E1B9-DF3B-A94A-87A1-ABB853C31247}" srcOrd="0" destOrd="0" presId="urn:microsoft.com/office/officeart/2005/8/layout/hierarchy1"/>
    <dgm:cxn modelId="{3B246B57-3AA1-004E-9463-9876C9E9A8C2}" type="presParOf" srcId="{C1F5DC3C-5175-ED46-A7E9-779074C1AE84}" destId="{FFC973F6-3C0D-E042-880C-3408A4D8BDBE}" srcOrd="1" destOrd="0" presId="urn:microsoft.com/office/officeart/2005/8/layout/hierarchy1"/>
    <dgm:cxn modelId="{D81F1859-7980-CE4B-B13A-98E533E2338C}" type="presParOf" srcId="{705CB14F-0F4C-5948-953B-CF0918DF85F3}" destId="{B1F51F0D-F992-9547-963A-0CB287708E1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11681C-D490-B44E-A694-411741C55EA6}">
      <dsp:nvSpPr>
        <dsp:cNvPr id="0" name=""/>
        <dsp:cNvSpPr/>
      </dsp:nvSpPr>
      <dsp:spPr>
        <a:xfrm>
          <a:off x="7989273" y="2156232"/>
          <a:ext cx="843074" cy="4012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424"/>
              </a:lnTo>
              <a:lnTo>
                <a:pt x="843074" y="273424"/>
              </a:lnTo>
              <a:lnTo>
                <a:pt x="843074" y="40122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633913-C41C-7849-AB80-38FD57B11F06}">
      <dsp:nvSpPr>
        <dsp:cNvPr id="0" name=""/>
        <dsp:cNvSpPr/>
      </dsp:nvSpPr>
      <dsp:spPr>
        <a:xfrm>
          <a:off x="7146198" y="2156232"/>
          <a:ext cx="843074" cy="401227"/>
        </a:xfrm>
        <a:custGeom>
          <a:avLst/>
          <a:gdLst/>
          <a:ahLst/>
          <a:cxnLst/>
          <a:rect l="0" t="0" r="0" b="0"/>
          <a:pathLst>
            <a:path>
              <a:moveTo>
                <a:pt x="843074" y="0"/>
              </a:moveTo>
              <a:lnTo>
                <a:pt x="843074" y="273424"/>
              </a:lnTo>
              <a:lnTo>
                <a:pt x="0" y="273424"/>
              </a:lnTo>
              <a:lnTo>
                <a:pt x="0" y="40122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01B02C-DA07-F542-9769-A7EF98FFC126}">
      <dsp:nvSpPr>
        <dsp:cNvPr id="0" name=""/>
        <dsp:cNvSpPr/>
      </dsp:nvSpPr>
      <dsp:spPr>
        <a:xfrm>
          <a:off x="5881586" y="878973"/>
          <a:ext cx="2107687" cy="4012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424"/>
              </a:lnTo>
              <a:lnTo>
                <a:pt x="2107687" y="273424"/>
              </a:lnTo>
              <a:lnTo>
                <a:pt x="2107687" y="40122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E7277E-7152-4145-9BB1-EDC6D5F2A1CC}">
      <dsp:nvSpPr>
        <dsp:cNvPr id="0" name=""/>
        <dsp:cNvSpPr/>
      </dsp:nvSpPr>
      <dsp:spPr>
        <a:xfrm>
          <a:off x="3773899" y="2156232"/>
          <a:ext cx="1686149" cy="4012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424"/>
              </a:lnTo>
              <a:lnTo>
                <a:pt x="1686149" y="273424"/>
              </a:lnTo>
              <a:lnTo>
                <a:pt x="1686149" y="40122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750A8A-3D78-5241-ADCB-DEB877E71119}">
      <dsp:nvSpPr>
        <dsp:cNvPr id="0" name=""/>
        <dsp:cNvSpPr/>
      </dsp:nvSpPr>
      <dsp:spPr>
        <a:xfrm>
          <a:off x="3728179" y="2156232"/>
          <a:ext cx="91440" cy="40122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0122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8A3D1C-0ECE-9645-BDE0-4645B00E610F}">
      <dsp:nvSpPr>
        <dsp:cNvPr id="0" name=""/>
        <dsp:cNvSpPr/>
      </dsp:nvSpPr>
      <dsp:spPr>
        <a:xfrm>
          <a:off x="2087749" y="2156232"/>
          <a:ext cx="1686149" cy="401227"/>
        </a:xfrm>
        <a:custGeom>
          <a:avLst/>
          <a:gdLst/>
          <a:ahLst/>
          <a:cxnLst/>
          <a:rect l="0" t="0" r="0" b="0"/>
          <a:pathLst>
            <a:path>
              <a:moveTo>
                <a:pt x="1686149" y="0"/>
              </a:moveTo>
              <a:lnTo>
                <a:pt x="1686149" y="273424"/>
              </a:lnTo>
              <a:lnTo>
                <a:pt x="0" y="273424"/>
              </a:lnTo>
              <a:lnTo>
                <a:pt x="0" y="40122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B405AB-D469-284C-9473-AB9D5FE5E688}">
      <dsp:nvSpPr>
        <dsp:cNvPr id="0" name=""/>
        <dsp:cNvSpPr/>
      </dsp:nvSpPr>
      <dsp:spPr>
        <a:xfrm>
          <a:off x="3773899" y="878973"/>
          <a:ext cx="2107687" cy="401227"/>
        </a:xfrm>
        <a:custGeom>
          <a:avLst/>
          <a:gdLst/>
          <a:ahLst/>
          <a:cxnLst/>
          <a:rect l="0" t="0" r="0" b="0"/>
          <a:pathLst>
            <a:path>
              <a:moveTo>
                <a:pt x="2107687" y="0"/>
              </a:moveTo>
              <a:lnTo>
                <a:pt x="2107687" y="273424"/>
              </a:lnTo>
              <a:lnTo>
                <a:pt x="0" y="273424"/>
              </a:lnTo>
              <a:lnTo>
                <a:pt x="0" y="40122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B539AA-EE95-DF46-805E-FF46EB0CADA0}">
      <dsp:nvSpPr>
        <dsp:cNvPr id="0" name=""/>
        <dsp:cNvSpPr/>
      </dsp:nvSpPr>
      <dsp:spPr>
        <a:xfrm>
          <a:off x="5191797" y="2942"/>
          <a:ext cx="1379577" cy="8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FF1FA2-C88E-BF44-8D5E-82A7AE5E9798}">
      <dsp:nvSpPr>
        <dsp:cNvPr id="0" name=""/>
        <dsp:cNvSpPr/>
      </dsp:nvSpPr>
      <dsp:spPr>
        <a:xfrm>
          <a:off x="5345084" y="148564"/>
          <a:ext cx="1379577" cy="8760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Summary Statistics</a:t>
          </a:r>
        </a:p>
      </dsp:txBody>
      <dsp:txXfrm>
        <a:off x="5370742" y="174222"/>
        <a:ext cx="1328261" cy="824715"/>
      </dsp:txXfrm>
    </dsp:sp>
    <dsp:sp modelId="{2658DEB2-1451-1C41-84F9-498F4F135092}">
      <dsp:nvSpPr>
        <dsp:cNvPr id="0" name=""/>
        <dsp:cNvSpPr/>
      </dsp:nvSpPr>
      <dsp:spPr>
        <a:xfrm>
          <a:off x="3084110" y="1280200"/>
          <a:ext cx="1379577" cy="8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E6AFD8-C93A-464D-9E0D-D8748FB6A83F}">
      <dsp:nvSpPr>
        <dsp:cNvPr id="0" name=""/>
        <dsp:cNvSpPr/>
      </dsp:nvSpPr>
      <dsp:spPr>
        <a:xfrm>
          <a:off x="3237396" y="1425822"/>
          <a:ext cx="1379577" cy="8760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Central Tendency </a:t>
          </a:r>
        </a:p>
      </dsp:txBody>
      <dsp:txXfrm>
        <a:off x="3263054" y="1451480"/>
        <a:ext cx="1328261" cy="824715"/>
      </dsp:txXfrm>
    </dsp:sp>
    <dsp:sp modelId="{78040002-B55B-D340-A9EB-2AE1564E566D}">
      <dsp:nvSpPr>
        <dsp:cNvPr id="0" name=""/>
        <dsp:cNvSpPr/>
      </dsp:nvSpPr>
      <dsp:spPr>
        <a:xfrm>
          <a:off x="1397960" y="2557459"/>
          <a:ext cx="1379577" cy="8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BEAEF-E4BD-3D48-860C-CBFBA699220F}">
      <dsp:nvSpPr>
        <dsp:cNvPr id="0" name=""/>
        <dsp:cNvSpPr/>
      </dsp:nvSpPr>
      <dsp:spPr>
        <a:xfrm>
          <a:off x="1551247" y="2703081"/>
          <a:ext cx="1379577" cy="8760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Mean</a:t>
          </a:r>
        </a:p>
      </dsp:txBody>
      <dsp:txXfrm>
        <a:off x="1576905" y="2728739"/>
        <a:ext cx="1328261" cy="824715"/>
      </dsp:txXfrm>
    </dsp:sp>
    <dsp:sp modelId="{D199E20A-F8BF-9144-94CA-18940CD7DEB6}">
      <dsp:nvSpPr>
        <dsp:cNvPr id="0" name=""/>
        <dsp:cNvSpPr/>
      </dsp:nvSpPr>
      <dsp:spPr>
        <a:xfrm>
          <a:off x="3084110" y="2557459"/>
          <a:ext cx="1379577" cy="8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03EBD9-E248-1043-8F81-B67931AF3ABE}">
      <dsp:nvSpPr>
        <dsp:cNvPr id="0" name=""/>
        <dsp:cNvSpPr/>
      </dsp:nvSpPr>
      <dsp:spPr>
        <a:xfrm>
          <a:off x="3237396" y="2703081"/>
          <a:ext cx="1379577" cy="8760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Median</a:t>
          </a:r>
        </a:p>
      </dsp:txBody>
      <dsp:txXfrm>
        <a:off x="3263054" y="2728739"/>
        <a:ext cx="1328261" cy="824715"/>
      </dsp:txXfrm>
    </dsp:sp>
    <dsp:sp modelId="{A2A6867B-A5EB-DD48-B03C-8B97B84B6091}">
      <dsp:nvSpPr>
        <dsp:cNvPr id="0" name=""/>
        <dsp:cNvSpPr/>
      </dsp:nvSpPr>
      <dsp:spPr>
        <a:xfrm>
          <a:off x="4770260" y="2557459"/>
          <a:ext cx="1379577" cy="8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550C62-798C-674A-BC8D-00B6258A87A4}">
      <dsp:nvSpPr>
        <dsp:cNvPr id="0" name=""/>
        <dsp:cNvSpPr/>
      </dsp:nvSpPr>
      <dsp:spPr>
        <a:xfrm>
          <a:off x="4923546" y="2703081"/>
          <a:ext cx="1379577" cy="8760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Mode</a:t>
          </a:r>
        </a:p>
      </dsp:txBody>
      <dsp:txXfrm>
        <a:off x="4949204" y="2728739"/>
        <a:ext cx="1328261" cy="824715"/>
      </dsp:txXfrm>
    </dsp:sp>
    <dsp:sp modelId="{E4BE1F15-E905-CB4D-BFD9-BECC63D9DA14}">
      <dsp:nvSpPr>
        <dsp:cNvPr id="0" name=""/>
        <dsp:cNvSpPr/>
      </dsp:nvSpPr>
      <dsp:spPr>
        <a:xfrm>
          <a:off x="7299484" y="1280200"/>
          <a:ext cx="1379577" cy="8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82D116-CF19-5C45-900F-D1C21FAB0A77}">
      <dsp:nvSpPr>
        <dsp:cNvPr id="0" name=""/>
        <dsp:cNvSpPr/>
      </dsp:nvSpPr>
      <dsp:spPr>
        <a:xfrm>
          <a:off x="7452771" y="1425822"/>
          <a:ext cx="1379577" cy="8760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Dispersion / Variability </a:t>
          </a:r>
        </a:p>
      </dsp:txBody>
      <dsp:txXfrm>
        <a:off x="7478429" y="1451480"/>
        <a:ext cx="1328261" cy="824715"/>
      </dsp:txXfrm>
    </dsp:sp>
    <dsp:sp modelId="{BFAB607F-FD38-1A49-A239-06785EB42EA5}">
      <dsp:nvSpPr>
        <dsp:cNvPr id="0" name=""/>
        <dsp:cNvSpPr/>
      </dsp:nvSpPr>
      <dsp:spPr>
        <a:xfrm>
          <a:off x="6456410" y="2557459"/>
          <a:ext cx="1379577" cy="8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AB391-1E49-364C-96D7-4960DC71D443}">
      <dsp:nvSpPr>
        <dsp:cNvPr id="0" name=""/>
        <dsp:cNvSpPr/>
      </dsp:nvSpPr>
      <dsp:spPr>
        <a:xfrm>
          <a:off x="6609696" y="2703081"/>
          <a:ext cx="1379577" cy="8760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Range</a:t>
          </a:r>
        </a:p>
      </dsp:txBody>
      <dsp:txXfrm>
        <a:off x="6635354" y="2728739"/>
        <a:ext cx="1328261" cy="824715"/>
      </dsp:txXfrm>
    </dsp:sp>
    <dsp:sp modelId="{B168E1B9-DF3B-A94A-87A1-ABB853C31247}">
      <dsp:nvSpPr>
        <dsp:cNvPr id="0" name=""/>
        <dsp:cNvSpPr/>
      </dsp:nvSpPr>
      <dsp:spPr>
        <a:xfrm>
          <a:off x="8142559" y="2557459"/>
          <a:ext cx="1379577" cy="8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C973F6-3C0D-E042-880C-3408A4D8BDBE}">
      <dsp:nvSpPr>
        <dsp:cNvPr id="0" name=""/>
        <dsp:cNvSpPr/>
      </dsp:nvSpPr>
      <dsp:spPr>
        <a:xfrm>
          <a:off x="8295846" y="2703081"/>
          <a:ext cx="1379577" cy="8760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Standard Deviation</a:t>
          </a:r>
        </a:p>
      </dsp:txBody>
      <dsp:txXfrm>
        <a:off x="8321504" y="2728739"/>
        <a:ext cx="1328261" cy="8247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4EF680-C78C-DE48-8614-6ED5B1CBF94C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BC308-831A-EF4C-A13C-3770DD809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95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23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14433-BE82-E6E3-7845-F2BEF5D23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743D0-C612-3905-9B8A-C4134B2CDA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F76342-28AE-7DEC-8148-FB1F01232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CC617-53B1-7586-809D-A858E311D9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814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7D3D5-ABF3-D535-0F44-D559FDB97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90FFA2-D78C-154D-3F6C-0B011FDDF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BA063-4043-4585-7A59-E349FE11B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0FED-3DE7-764B-B856-6EEF2A84A34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90116-F9F9-D276-D3B7-5B492AA3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E5CDF-3046-B69A-4F63-DE02C6F06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9B97-68C1-7548-A0B3-8128918C8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054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42C5C-9B2B-8A3F-69F7-639612F33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C9110-7A6B-0FD4-B2A8-3B02EF29F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3B59B-E60C-CB73-5BDB-349F8C7C5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0FED-3DE7-764B-B856-6EEF2A84A34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F1390-8E47-055C-0B70-12D8C2F3E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96CF0-114F-615C-17C6-392E0D4B4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9B97-68C1-7548-A0B3-8128918C8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53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C1942-2BA2-1D61-97A4-0E50B9FC3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EA35C-EA80-FBCF-C397-0F6AB9941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13967-8FE8-117B-D443-7990EDD6C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0FED-3DE7-764B-B856-6EEF2A84A34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FFC68-C778-F885-CE8A-92E40DCC0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745DA-CC3A-EE7E-8338-8CF77A4ED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9B97-68C1-7548-A0B3-8128918C8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98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2DACE-3228-537F-35AD-72EB3165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988C7-7401-0D1A-8E81-328C49891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4A0FE-DE6E-A15C-24CE-D4586FA1E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FDE4F9-5049-DF34-E66D-15F60890F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0FED-3DE7-764B-B856-6EEF2A84A34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38940-8957-5CC0-1B3C-2C99BA7D9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E42FE-B9CF-47C9-EE98-CE52F78BC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9B97-68C1-7548-A0B3-8128918C8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712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988AD-2DF1-41D6-C3B5-0B3CDF4F3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8465A-B9FC-FCDF-EFFB-06500377A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38482C-7675-F34A-85B8-72D74F04D4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157781-7DA1-65B1-ED2A-C3138C8CA8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F01235-D2CA-A9BE-682B-A93AB530D7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11F170-1DEA-EC46-44F7-5305AD146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0FED-3DE7-764B-B856-6EEF2A84A34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26ED29-A7A3-A4D9-5662-67380EFB7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289A0-B3B4-31EA-CAE0-7CD09F8A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9B97-68C1-7548-A0B3-8128918C8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68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819D8-F895-0F5F-B385-E638DE6F6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F0C377-8BD0-8507-BD00-CF79264FC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0FED-3DE7-764B-B856-6EEF2A84A34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5DADA8-2177-6FD6-2E68-1C3ACDFF1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1EF7CD-C6EF-0682-86C9-04802A358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9B97-68C1-7548-A0B3-8128918C8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918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C11304-D63D-5ADA-3043-1B26D348D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0FED-3DE7-764B-B856-6EEF2A84A34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B25FB-7480-9511-CCF8-789654612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034E8B-8C11-3C27-8925-15DEF7B37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9B97-68C1-7548-A0B3-8128918C8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483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FD425-CF4A-E054-E5A5-B13C0F6AD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380DE-7B4B-3A8A-47DB-BF970BEA5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42581-0FC1-AF59-9A99-09AD6EDE7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0271D-EB0E-2CED-16A7-332978B2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0FED-3DE7-764B-B856-6EEF2A84A34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6B292-EC51-9C6E-FD14-57E36EB15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D47399-DD7E-867C-0829-BAF2D35AC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9B97-68C1-7548-A0B3-8128918C8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980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A9DA9-F3C9-346C-8402-82C3880F5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D727F3-D6BD-1B5A-F0D0-B368AFB92F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EC601-617D-0874-737A-62A7BD0FD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D85DF-A32F-C298-BA06-FD34D5ECC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0FED-3DE7-764B-B856-6EEF2A84A34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B8FF0-0DB6-A529-B4FC-6FCAD4C76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15FC3F-14CB-31AA-768B-E565B79DA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9B97-68C1-7548-A0B3-8128918C8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295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5D64D-9545-13B5-77BA-F5E74031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C37916-95D8-DC96-726F-E353520C8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7FACD-76C7-B4FA-55D1-8C46AE6AB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0FED-3DE7-764B-B856-6EEF2A84A34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1E478-2368-0872-28E8-F533466A0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DDF37-D19B-3D40-17C5-F8AFB324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9B97-68C1-7548-A0B3-8128918C8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74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264719-9D16-D8E8-E515-BC7616DA02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9CA58-81E7-6721-4D4A-E74B72679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98C66-F52A-1FD2-BCCC-CA35174EB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0FED-3DE7-764B-B856-6EEF2A84A34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C91E7-F8BD-A66D-F404-33A61053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E26A9-21B8-655A-8E22-E1CD83FFE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9B97-68C1-7548-A0B3-8128918C8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45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CDDD3-7659-AAB0-C6F5-5D88E86C3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B5FC0-EB19-BFB6-985F-1299BAFE6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9A116-702C-4F8F-5599-517773716C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A0FED-3DE7-764B-B856-6EEF2A84A34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E051F-A47A-6044-C660-4D12527350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B0A71-2D6A-E473-34F7-00024973DC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F19B97-68C1-7548-A0B3-8128918C8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879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attention-exclamation-mark-sign-307030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th-th/photo/63764/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BE3AB-73B4-1B3E-8C75-7C4292FC7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1D803-DA87-BFC9-5755-907025F4CA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434AE4-1CD0-9479-6C6D-B0CA6BF32B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Summary Statistics: Describing Data with Numbers</a:t>
            </a:r>
          </a:p>
        </p:txBody>
      </p:sp>
    </p:spTree>
    <p:extLst>
      <p:ext uri="{BB962C8B-B14F-4D97-AF65-F5344CB8AC3E}">
        <p14:creationId xmlns:p14="http://schemas.microsoft.com/office/powerpoint/2010/main" val="713673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8C195-DE2A-DE32-B923-627413EC5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 Statistics: Describing Data with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BF828-01D5-B528-B8A6-CBBC22E96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3038856" cy="357291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Summary statistics compress a dataset into a few numbers. Two key dimensions: central tendency (where is the middle?) and dispersion (how spread out?). These are descriptive statistics — Chapter 9 extends this to inferential statistics, where we use sample statistics to estimate unknown population parameters.</a:t>
            </a:r>
          </a:p>
          <a:p>
            <a:endParaRPr lang="en-US" dirty="0"/>
          </a:p>
        </p:txBody>
      </p:sp>
      <p:graphicFrame>
        <p:nvGraphicFramePr>
          <p:cNvPr id="4" name="Content Placeholder 8">
            <a:extLst>
              <a:ext uri="{FF2B5EF4-FFF2-40B4-BE49-F238E27FC236}">
                <a16:creationId xmlns:a16="http://schemas.microsoft.com/office/drawing/2014/main" id="{D53F228F-6C95-1245-5F6F-D101C16B20D7}"/>
              </a:ext>
            </a:extLst>
          </p:cNvPr>
          <p:cNvGraphicFramePr>
            <a:graphicFrameLocks/>
          </p:cNvGraphicFramePr>
          <p:nvPr/>
        </p:nvGraphicFramePr>
        <p:xfrm>
          <a:off x="2109216" y="2774295"/>
          <a:ext cx="11073384" cy="35820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4399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CC7F9-D8EE-EE34-C488-2FD330D69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42865E-4CCC-4DD5-DD87-4CAD8B2537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04051"/>
                <a:ext cx="7050024" cy="389428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Also called average. </a:t>
                </a:r>
              </a:p>
              <a:p>
                <a:r>
                  <a:rPr lang="en-US" dirty="0"/>
                  <a:t>Sum up all the values and then divide by the number of values.</a:t>
                </a:r>
              </a:p>
              <a:p>
                <a:r>
                  <a:rPr lang="en-US" dirty="0"/>
                  <a:t>Let’s calculate the average score for the 10 students on the table. </a:t>
                </a:r>
              </a:p>
              <a:p>
                <a:r>
                  <a:rPr lang="en-US" dirty="0"/>
                  <a:t>Sum of scores = 7 + 8 + 5 + 10 + 9 + 6 + 8 + 7 + 8 + 5 = 73.</a:t>
                </a:r>
              </a:p>
              <a:p>
                <a:r>
                  <a:rPr lang="en-US" dirty="0"/>
                  <a:t>There are n = 10 students.</a:t>
                </a:r>
              </a:p>
              <a:p>
                <a:r>
                  <a:rPr lang="en-US" dirty="0"/>
                  <a:t>Mean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= 73/10 = 7.3.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42865E-4CCC-4DD5-DD87-4CAD8B2537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04051"/>
                <a:ext cx="7050024" cy="3894285"/>
              </a:xfrm>
              <a:blipFill>
                <a:blip r:embed="rId2"/>
                <a:stretch>
                  <a:fillRect l="-1439" t="-2922" r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5D361A-907D-2C22-62C8-E2A6A607E070}"/>
                  </a:ext>
                </a:extLst>
              </p:cNvPr>
              <p:cNvSpPr txBox="1"/>
              <p:nvPr/>
            </p:nvSpPr>
            <p:spPr>
              <a:xfrm>
                <a:off x="6364224" y="1268444"/>
                <a:ext cx="4706112" cy="986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200" i="0">
                              <a:latin typeface="Cambria Math" panose="02040503050406030204" pitchFamily="18" charset="0"/>
                            </a:rPr>
                            <m:t> +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200" i="0">
                              <a:latin typeface="Cambria Math" panose="02040503050406030204" pitchFamily="18" charset="0"/>
                            </a:rPr>
                            <m:t> +… +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5D361A-907D-2C22-62C8-E2A6A607E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224" y="1268444"/>
                <a:ext cx="4706112" cy="986873"/>
              </a:xfrm>
              <a:prstGeom prst="rect">
                <a:avLst/>
              </a:prstGeom>
              <a:blipFill>
                <a:blip r:embed="rId3"/>
                <a:stretch>
                  <a:fillRect t="-6329" b="-3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FFBDF7-BFE0-8E82-4915-CF9BBD1CB089}"/>
              </a:ext>
            </a:extLst>
          </p:cNvPr>
          <p:cNvGraphicFramePr>
            <a:graphicFrameLocks noGrp="1"/>
          </p:cNvGraphicFramePr>
          <p:nvPr/>
        </p:nvGraphicFramePr>
        <p:xfrm>
          <a:off x="8595360" y="2604051"/>
          <a:ext cx="2173224" cy="377021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1760692603"/>
                    </a:ext>
                  </a:extLst>
                </a:gridCol>
                <a:gridCol w="1075944">
                  <a:extLst>
                    <a:ext uri="{9D8B030D-6E8A-4147-A177-3AD203B41FA5}">
                      <a16:colId xmlns:a16="http://schemas.microsoft.com/office/drawing/2014/main" val="1265188169"/>
                    </a:ext>
                  </a:extLst>
                </a:gridCol>
              </a:tblGrid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Name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Score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91789957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Alice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896501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1566847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Carlos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5062202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Diana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87499554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Ethan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30916000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Fiona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5166779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George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31618422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Hannah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987861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Isaac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5071965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Julia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252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1947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E2E39-B7D5-353A-82B7-DC65769A7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D126C-4D52-2DAE-AB05-C4BC94CBB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8037576" cy="357291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Middle value of the dataset.</a:t>
            </a:r>
          </a:p>
          <a:p>
            <a:r>
              <a:rPr lang="en-US" dirty="0"/>
              <a:t>Especially useful when there are outliers in the data.</a:t>
            </a:r>
          </a:p>
          <a:p>
            <a:r>
              <a:rPr lang="en-US" dirty="0"/>
              <a:t>To find the median: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Sort the data.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If n is odd, median = value at position (n+1)/2 (when sorted in ascending order).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If n is even, median = average of values at positions n/2 and (n/2 + 1).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DA94B1-0DC6-8C98-513B-7BF639477899}"/>
              </a:ext>
            </a:extLst>
          </p:cNvPr>
          <p:cNvGraphicFramePr>
            <a:graphicFrameLocks noGrp="1"/>
          </p:cNvGraphicFramePr>
          <p:nvPr/>
        </p:nvGraphicFramePr>
        <p:xfrm>
          <a:off x="9237472" y="2424663"/>
          <a:ext cx="2223008" cy="357291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29548">
                  <a:extLst>
                    <a:ext uri="{9D8B030D-6E8A-4147-A177-3AD203B41FA5}">
                      <a16:colId xmlns:a16="http://schemas.microsoft.com/office/drawing/2014/main" val="1615789873"/>
                    </a:ext>
                  </a:extLst>
                </a:gridCol>
                <a:gridCol w="1093460">
                  <a:extLst>
                    <a:ext uri="{9D8B030D-6E8A-4147-A177-3AD203B41FA5}">
                      <a16:colId xmlns:a16="http://schemas.microsoft.com/office/drawing/2014/main" val="1606264580"/>
                    </a:ext>
                  </a:extLst>
                </a:gridCol>
              </a:tblGrid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Name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Score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2843043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Julia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5427710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Carlos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5183084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Fiona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45083425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Hannah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9067493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Alice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69662424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Isaac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1889455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George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30206468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19056931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Ethan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42889442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Diana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90091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993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134A4-D3E8-8FB4-EFC3-6285F784A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CD69F-2D78-69E7-CFC8-D657BA394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AEE54-10D4-C3EF-3413-004C30EB1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8037576" cy="3572911"/>
          </a:xfrm>
        </p:spPr>
        <p:txBody>
          <a:bodyPr>
            <a:normAutofit/>
          </a:bodyPr>
          <a:lstStyle/>
          <a:p>
            <a:r>
              <a:rPr lang="en-US" dirty="0"/>
              <a:t>n=10 is even.</a:t>
            </a:r>
          </a:p>
          <a:p>
            <a:r>
              <a:rPr lang="en-US" dirty="0"/>
              <a:t>The middle two positions are 5th and 6</a:t>
            </a:r>
            <a:r>
              <a:rPr lang="en-US" baseline="30000" dirty="0"/>
              <a:t>th</a:t>
            </a:r>
            <a:r>
              <a:rPr lang="en-US" dirty="0"/>
              <a:t>.</a:t>
            </a:r>
          </a:p>
          <a:p>
            <a:r>
              <a:rPr lang="en-US" dirty="0"/>
              <a:t>Median = (7 + 8) / 2 = 7.5.</a:t>
            </a:r>
          </a:p>
          <a:p>
            <a:r>
              <a:rPr lang="en-US" dirty="0"/>
              <a:t>Half of the students scored 7.5 or below, and half scored 7.5 or above. 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17F895-8036-A9AA-128E-FD8381B79466}"/>
              </a:ext>
            </a:extLst>
          </p:cNvPr>
          <p:cNvGraphicFramePr>
            <a:graphicFrameLocks noGrp="1"/>
          </p:cNvGraphicFramePr>
          <p:nvPr/>
        </p:nvGraphicFramePr>
        <p:xfrm>
          <a:off x="9237472" y="2424663"/>
          <a:ext cx="2223008" cy="357291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29548">
                  <a:extLst>
                    <a:ext uri="{9D8B030D-6E8A-4147-A177-3AD203B41FA5}">
                      <a16:colId xmlns:a16="http://schemas.microsoft.com/office/drawing/2014/main" val="1615789873"/>
                    </a:ext>
                  </a:extLst>
                </a:gridCol>
                <a:gridCol w="1093460">
                  <a:extLst>
                    <a:ext uri="{9D8B030D-6E8A-4147-A177-3AD203B41FA5}">
                      <a16:colId xmlns:a16="http://schemas.microsoft.com/office/drawing/2014/main" val="1606264580"/>
                    </a:ext>
                  </a:extLst>
                </a:gridCol>
              </a:tblGrid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Name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Score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2843043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Julia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5427710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Carlos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5183084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Fiona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45083425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Hannah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9067493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Alice</a:t>
                      </a:r>
                      <a:endParaRPr 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7</a:t>
                      </a:r>
                      <a:endParaRPr 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69662424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solidFill>
                            <a:srgbClr val="FF0000"/>
                          </a:solidFill>
                          <a:effectLst/>
                        </a:rPr>
                        <a:t>Isaac</a:t>
                      </a:r>
                      <a:endParaRPr lang="en-US" sz="2000" b="1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8</a:t>
                      </a:r>
                      <a:endParaRPr 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1889455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George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30206468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19056931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Ethan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42889442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Diana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90091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0374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9847F-7498-BCF9-5791-C7D9CFE27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BFE94-C57E-16E3-487B-5DDBC0E21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2720" y="1820991"/>
            <a:ext cx="5510784" cy="4531041"/>
          </a:xfrm>
        </p:spPr>
        <p:txBody>
          <a:bodyPr/>
          <a:lstStyle/>
          <a:p>
            <a:r>
              <a:rPr lang="en-US" dirty="0"/>
              <a:t>The most frequently occurring value in the dataset.</a:t>
            </a:r>
          </a:p>
          <a:p>
            <a:r>
              <a:rPr lang="en-US" dirty="0"/>
              <a:t>It’s possible to have:</a:t>
            </a:r>
          </a:p>
          <a:p>
            <a:pPr lvl="1"/>
            <a:r>
              <a:rPr lang="en-US" dirty="0"/>
              <a:t>bi-modal or multi-modal - if multiple values tie for highest frequency </a:t>
            </a:r>
          </a:p>
          <a:p>
            <a:pPr lvl="1"/>
            <a:r>
              <a:rPr lang="en-US" dirty="0"/>
              <a:t>no mode - every value occurs equally </a:t>
            </a:r>
          </a:p>
          <a:p>
            <a:r>
              <a:rPr lang="en-US" dirty="0"/>
              <a:t>On the table, the most frequent score is 8, therefore the mode is 8.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4681E5-CB36-B4C7-8E6B-75CA67C57280}"/>
              </a:ext>
            </a:extLst>
          </p:cNvPr>
          <p:cNvGraphicFramePr>
            <a:graphicFrameLocks noGrp="1"/>
          </p:cNvGraphicFramePr>
          <p:nvPr/>
        </p:nvGraphicFramePr>
        <p:xfrm>
          <a:off x="420624" y="2224434"/>
          <a:ext cx="2173224" cy="377021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1760692603"/>
                    </a:ext>
                  </a:extLst>
                </a:gridCol>
                <a:gridCol w="1075944">
                  <a:extLst>
                    <a:ext uri="{9D8B030D-6E8A-4147-A177-3AD203B41FA5}">
                      <a16:colId xmlns:a16="http://schemas.microsoft.com/office/drawing/2014/main" val="1265188169"/>
                    </a:ext>
                  </a:extLst>
                </a:gridCol>
              </a:tblGrid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Name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Score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91789957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Alice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896501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1566847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Carlos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5062202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Diana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87499554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Ethan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30916000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Fiona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5166779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George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31618422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Hannah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987861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Isaac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5071965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Julia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252000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DCCBEF-6C0A-D77D-A8EC-5B3CDE2B7942}"/>
              </a:ext>
            </a:extLst>
          </p:cNvPr>
          <p:cNvGraphicFramePr>
            <a:graphicFrameLocks noGrp="1"/>
          </p:cNvGraphicFramePr>
          <p:nvPr/>
        </p:nvGraphicFramePr>
        <p:xfrm>
          <a:off x="3721608" y="3333200"/>
          <a:ext cx="2572512" cy="220027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6256">
                  <a:extLst>
                    <a:ext uri="{9D8B030D-6E8A-4147-A177-3AD203B41FA5}">
                      <a16:colId xmlns:a16="http://schemas.microsoft.com/office/drawing/2014/main" val="528132877"/>
                    </a:ext>
                  </a:extLst>
                </a:gridCol>
                <a:gridCol w="1286256">
                  <a:extLst>
                    <a:ext uri="{9D8B030D-6E8A-4147-A177-3AD203B41FA5}">
                      <a16:colId xmlns:a16="http://schemas.microsoft.com/office/drawing/2014/main" val="3627173292"/>
                    </a:ext>
                  </a:extLst>
                </a:gridCol>
              </a:tblGrid>
              <a:tr h="1594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Score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Frequency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81333009"/>
                  </a:ext>
                </a:extLst>
              </a:tr>
              <a:tr h="210717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79445782"/>
                  </a:ext>
                </a:extLst>
              </a:tr>
              <a:tr h="210717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3731786"/>
                  </a:ext>
                </a:extLst>
              </a:tr>
              <a:tr h="210717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7939087"/>
                  </a:ext>
                </a:extLst>
              </a:tr>
              <a:tr h="210717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40630823"/>
                  </a:ext>
                </a:extLst>
              </a:tr>
              <a:tr h="210717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80124398"/>
                  </a:ext>
                </a:extLst>
              </a:tr>
              <a:tr h="210717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40723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66E2619-BADB-F9E1-3F1F-845D5D776616}"/>
              </a:ext>
            </a:extLst>
          </p:cNvPr>
          <p:cNvSpPr txBox="1"/>
          <p:nvPr/>
        </p:nvSpPr>
        <p:spPr>
          <a:xfrm>
            <a:off x="1107694" y="6182930"/>
            <a:ext cx="712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61504-AF86-9901-C285-25181E3532E1}"/>
              </a:ext>
            </a:extLst>
          </p:cNvPr>
          <p:cNvSpPr txBox="1"/>
          <p:nvPr/>
        </p:nvSpPr>
        <p:spPr>
          <a:xfrm>
            <a:off x="3987670" y="5609755"/>
            <a:ext cx="1806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Frequency Table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07409E0B-DA96-DFA0-17ED-47D05F83711F}"/>
              </a:ext>
            </a:extLst>
          </p:cNvPr>
          <p:cNvSpPr/>
          <p:nvPr/>
        </p:nvSpPr>
        <p:spPr>
          <a:xfrm>
            <a:off x="2731008" y="4011168"/>
            <a:ext cx="853440" cy="329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699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5535" y="1196791"/>
            <a:ext cx="10442944" cy="2387600"/>
          </a:xfrm>
        </p:spPr>
        <p:txBody>
          <a:bodyPr>
            <a:normAutofit/>
          </a:bodyPr>
          <a:lstStyle/>
          <a:p>
            <a:r>
              <a:rPr lang="en-US" dirty="0"/>
              <a:t>Chapter 4: Data Analysis in Python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231758"/>
            <a:ext cx="9144000" cy="1026042"/>
          </a:xfr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9AF37-BC61-CD9A-4C08-3C3CB029A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Pandas?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943AD-41B0-AD40-B09F-DE55F2538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sz="3600" b="1" dirty="0"/>
              <a:t>pandas is the standard Python library for tabular data — built on NumPy arrays for speed. The primary data structure (DataFrame) was inspired by R’s data.frame.</a:t>
            </a:r>
            <a:endParaRPr lang="en-US" sz="3600" dirty="0"/>
          </a:p>
          <a:p>
            <a:pPr lvl="0"/>
            <a:r>
              <a:rPr lang="en-US" sz="3600" dirty="0"/>
              <a:t>Core EDA workflow: load → inspect dtypes → clean → transform → aggregate → visualize. pandas handles every step. Most real-world datasets live in DataFrames first.</a:t>
            </a:r>
          </a:p>
          <a:p>
            <a:pPr lvl="0"/>
            <a:r>
              <a:rPr lang="en-US" sz="3600" dirty="0"/>
              <a:t>Main data structures:</a:t>
            </a:r>
          </a:p>
          <a:p>
            <a:pPr lvl="1"/>
            <a:r>
              <a:rPr lang="en-US" sz="3200" b="1" dirty="0"/>
              <a:t>Series</a:t>
            </a:r>
            <a:r>
              <a:rPr lang="en-US" sz="3200" dirty="0"/>
              <a:t>: 1D labeled array. Each column of a DataFrame is a Series. Supports vectorized operations — no loops needed.</a:t>
            </a:r>
          </a:p>
          <a:p>
            <a:pPr lvl="1"/>
            <a:r>
              <a:rPr lang="en-US" sz="3200" b="1" dirty="0" err="1"/>
              <a:t>DataFrame</a:t>
            </a:r>
            <a:r>
              <a:rPr lang="en-US" sz="3200" dirty="0"/>
              <a:t>: 2D labeled table with a row index and named columns. Think SQL table or Excel sheet — with the full power of Python.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99623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7C969-611C-CF2E-754C-0A47671CBB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Analysis Steps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42D6A-90AA-1760-235B-2F7469784C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teps"/>
          <p:cNvSpPr>
            <a:spLocks noGrp="1"/>
          </p:cNvSpPr>
          <p:nvPr/>
        </p:nvSpPr>
        <p:spPr>
          <a:xfrm>
            <a:off x="457200" y="1371600"/>
            <a:ext cx="11354400" cy="50292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1800" b="1" dirty="0"/>
              <a:t>The 5-Step EDA Workflow in Python:</a:t>
            </a:r>
          </a:p>
          <a:p>
            <a:r>
              <a:rPr lang="en-US" sz="1700" dirty="0"/>
              <a:t>Step 1 — Import libraries: pandas, NumPy, matplotlib, seaborn. Every analysis starts here.</a:t>
            </a:r>
          </a:p>
          <a:p>
            <a:r>
              <a:rPr lang="en-US" sz="1700" dirty="0"/>
              <a:t>Step 2 — Load the dataset: pd.read_csv(). Check df.shape immediately — does the row count match what you expect?</a:t>
            </a:r>
          </a:p>
          <a:p>
            <a:r>
              <a:rPr lang="en-US" sz="1700" dirty="0"/>
              <a:t>Step 3 — Data audit: df.head(), df.dtypes, df.info(), df.describe(). Flag type mismatches and missing values before any analysis.</a:t>
            </a:r>
          </a:p>
          <a:p>
            <a:r>
              <a:rPr lang="en-US" sz="1700" dirty="0"/>
              <a:t>Step 4 — Answer specific questions: compute statistics (mean, median, groupby, value_counts). Each answer raises new questions — that’s EDA.</a:t>
            </a:r>
          </a:p>
          <a:p>
            <a:r>
              <a:rPr lang="en-US" sz="1700" dirty="0"/>
              <a:t>Step 5 — Visualize: histograms for distributions, bar charts for categories, scatter plots for relationships. Always interpret shape, not just numbers.</a:t>
            </a:r>
          </a:p>
        </p:txBody>
      </p:sp>
    </p:spTree>
    <p:extLst>
      <p:ext uri="{BB962C8B-B14F-4D97-AF65-F5344CB8AC3E}">
        <p14:creationId xmlns:p14="http://schemas.microsoft.com/office/powerpoint/2010/main" val="1320719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BBAEE-4BD3-DA33-F0B5-A8C0310BF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Import Libraries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15F48-85C6-7FF5-0C87-A79D88361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</a:t>
            </a:r>
          </a:p>
          <a:p>
            <a:pPr lvl="1"/>
            <a:r>
              <a:rPr lang="en-US" dirty="0"/>
              <a:t>matplotlib for plotting</a:t>
            </a:r>
          </a:p>
          <a:p>
            <a:pPr lvl="1"/>
            <a:r>
              <a:rPr lang="en-US" dirty="0"/>
              <a:t>pandas for data frame</a:t>
            </a:r>
          </a:p>
          <a:p>
            <a:pPr lvl="1"/>
            <a:r>
              <a:rPr lang="en-US" dirty="0"/>
              <a:t>NumPy for numeric analyses</a:t>
            </a:r>
          </a:p>
          <a:p>
            <a:pPr lvl="1"/>
            <a:endParaRPr lang="en-US" dirty="0"/>
          </a:p>
          <a:p>
            <a:r>
              <a:rPr lang="en-US" dirty="0"/>
              <a:t>How can we import them?</a:t>
            </a:r>
          </a:p>
          <a:p>
            <a:pPr lvl="1"/>
            <a:r>
              <a:rPr lang="en-US" dirty="0"/>
              <a:t>(Answer is on the next slide)</a:t>
            </a:r>
          </a:p>
        </p:txBody>
      </p:sp>
      <p:pic>
        <p:nvPicPr>
          <p:cNvPr id="1030" name="Picture 6" descr="Matplotlib - Python Library - Studyopedia">
            <a:extLst>
              <a:ext uri="{FF2B5EF4-FFF2-40B4-BE49-F238E27FC236}">
                <a16:creationId xmlns:a16="http://schemas.microsoft.com/office/drawing/2014/main" id="{AC3A2D80-5556-CD5E-AD31-E5FFD160B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24838" y="2300287"/>
            <a:ext cx="2857500" cy="158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4E0CB344-9582-C14D-7F72-B2981F020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93042" y="3625850"/>
            <a:ext cx="2960758" cy="1198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25628FE7-1EE3-AE26-04B0-3E8FFFBEA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93042" y="4946063"/>
            <a:ext cx="3248025" cy="1461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8515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3DDCE-DDE6-31FF-5378-3676D5DD2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Import Libraries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F6BFC-2317-4FFC-9297-63D608BA1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 the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import</a:t>
            </a:r>
            <a:r>
              <a:rPr lang="en-US" dirty="0"/>
              <a:t> function. </a:t>
            </a:r>
          </a:p>
          <a:p>
            <a:r>
              <a:rPr lang="en-US" dirty="0"/>
              <a:t>Provide the package name.</a:t>
            </a:r>
          </a:p>
          <a:p>
            <a:r>
              <a:rPr lang="en-US" dirty="0"/>
              <a:t>Use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as </a:t>
            </a:r>
            <a:r>
              <a:rPr lang="en-US" dirty="0"/>
              <a:t>function to define the short name we want to use.</a:t>
            </a:r>
          </a:p>
          <a:p>
            <a:r>
              <a:rPr lang="en-US" dirty="0"/>
              <a:t>Provide the definition.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1BB484-593B-BE70-F147-9B459398A265}"/>
              </a:ext>
            </a:extLst>
          </p:cNvPr>
          <p:cNvSpPr txBox="1"/>
          <p:nvPr/>
        </p:nvSpPr>
        <p:spPr>
          <a:xfrm>
            <a:off x="1066800" y="4739282"/>
            <a:ext cx="76509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pandas </a:t>
            </a:r>
            <a:r>
              <a:rPr lang="en-US" sz="2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pd</a:t>
            </a:r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numpy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np</a:t>
            </a:r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matplotlib.pyplot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plt</a:t>
            </a:r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609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5237-BF13-27B1-D0D7-623F4A073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Import Libraries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9544B-BED8-5174-A18D-52F3025A6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everything is loaded correctly you wont see any output. </a:t>
            </a:r>
          </a:p>
        </p:txBody>
      </p:sp>
      <p:pic>
        <p:nvPicPr>
          <p:cNvPr id="5" name="Picture 4" descr="A screenshot of a computer  AI-generated content may be incorrect.">
            <a:extLst>
              <a:ext uri="{FF2B5EF4-FFF2-40B4-BE49-F238E27FC236}">
                <a16:creationId xmlns:a16="http://schemas.microsoft.com/office/drawing/2014/main" id="{D25637A7-19B1-5D1E-3BC5-9CB4870B9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4699" y="3747568"/>
            <a:ext cx="8403933" cy="201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560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3C42E-6C47-CD13-62B2-CDB04FF2F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Load the Dataset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07E4E-80EC-378F-31F9-65682B90D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sure </a:t>
            </a:r>
            <a:r>
              <a:rPr lang="en-US" dirty="0" err="1"/>
              <a:t>car_data.csv</a:t>
            </a:r>
            <a:r>
              <a:rPr lang="en-US" dirty="0"/>
              <a:t> is in the current directory or provide the path. </a:t>
            </a:r>
          </a:p>
          <a:p>
            <a:r>
              <a:rPr lang="en-US" dirty="0"/>
              <a:t>Define your name data frame name, for short we like to call it </a:t>
            </a:r>
            <a:r>
              <a:rPr lang="en-US" dirty="0" err="1"/>
              <a:t>df</a:t>
            </a:r>
            <a:r>
              <a:rPr lang="en-US" dirty="0"/>
              <a:t>.</a:t>
            </a:r>
          </a:p>
          <a:p>
            <a:r>
              <a:rPr lang="en-US" dirty="0"/>
              <a:t>Use panda -now pd in our environment- to read the </a:t>
            </a:r>
          </a:p>
          <a:p>
            <a:r>
              <a:rPr lang="en-US" dirty="0"/>
              <a:t>Check whether it worked!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B57AC2-1A73-14B5-73C9-F36FFD0F1373}"/>
              </a:ext>
            </a:extLst>
          </p:cNvPr>
          <p:cNvSpPr txBox="1"/>
          <p:nvPr/>
        </p:nvSpPr>
        <p:spPr>
          <a:xfrm>
            <a:off x="987879" y="5167991"/>
            <a:ext cx="102869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pd.read_csv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car_data.csv</a:t>
            </a:r>
            <a:r>
              <a:rPr lang="en-US" sz="2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"Data loaded. Number of rows and columns:"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df.shape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814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92C26-43FD-E07E-5DD1-4F275F8A4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Load the Dataset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9A07-CF88-C3A3-6448-9140D7D78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4663"/>
            <a:ext cx="10515600" cy="4176162"/>
          </a:xfrm>
        </p:spPr>
        <p:txBody>
          <a:bodyPr>
            <a:normAutofit/>
          </a:bodyPr>
          <a:lstStyle/>
          <a:p>
            <a:r>
              <a:rPr lang="en-US" dirty="0"/>
              <a:t>It will create the following output: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Within the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dirty="0"/>
              <a:t> function, we define the text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"Data loaded. Number of rows and columns:" </a:t>
            </a:r>
            <a:r>
              <a:rPr lang="en-US" dirty="0"/>
              <a:t>and the function to print. </a:t>
            </a:r>
          </a:p>
          <a:p>
            <a:r>
              <a:rPr lang="en-US" dirty="0"/>
              <a:t>In this example we printed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df.shape</a:t>
            </a:r>
            <a:endParaRPr lang="en-US" dirty="0"/>
          </a:p>
        </p:txBody>
      </p:sp>
      <p:pic>
        <p:nvPicPr>
          <p:cNvPr id="4" name="Content Placeholder 6" descr="A close-up of a computer code  AI-generated content may be incorrect.">
            <a:extLst>
              <a:ext uri="{FF2B5EF4-FFF2-40B4-BE49-F238E27FC236}">
                <a16:creationId xmlns:a16="http://schemas.microsoft.com/office/drawing/2014/main" id="{9FDF0615-1210-3CF5-5D90-C072DF17F2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6200" y="3096419"/>
            <a:ext cx="9499600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38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A3235-8831-1191-7773-65004A86D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Quick Data Peek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B85AE-42E8-E67C-AFE9-54BEA8378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every data load, run these four commands before anything else: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df.head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/>
              <a:t>and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df.describe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/>
              <a:t>functions.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df.head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/>
              <a:t>outputs the first number of rows we ask for.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df.describe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/>
              <a:t>provides the summary statistics.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93B74-0DB0-AA54-B3D4-A4A5F172363E}"/>
              </a:ext>
            </a:extLst>
          </p:cNvPr>
          <p:cNvSpPr txBox="1"/>
          <p:nvPr/>
        </p:nvSpPr>
        <p:spPr>
          <a:xfrm>
            <a:off x="1190625" y="4976633"/>
            <a:ext cx="49053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df.head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5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df.describe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084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684B7-ABF0-A515-83AA-774EFD73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Quick Data Peek</a:t>
            </a:r>
          </a:p>
        </p:txBody>
      </p:sp>
      <p:pic>
        <p:nvPicPr>
          <p:cNvPr id="7" name="Picture 6" descr="A table with numbers and letters  AI-generated content may be incorrect.">
            <a:extLst>
              <a:ext uri="{FF2B5EF4-FFF2-40B4-BE49-F238E27FC236}">
                <a16:creationId xmlns:a16="http://schemas.microsoft.com/office/drawing/2014/main" id="{6F115072-F48C-17EA-03B1-EDD565E0ED2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448" y="2723082"/>
            <a:ext cx="11648411" cy="303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9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5EBD6-109A-4459-27F2-7169172A0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A2ECA-533E-8B58-A7B1-E732B0323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Quick Data Peek</a:t>
            </a:r>
          </a:p>
        </p:txBody>
      </p:sp>
      <p:pic>
        <p:nvPicPr>
          <p:cNvPr id="4" name="Picture 3" descr="A screenshot of a graph  AI-generated content may be incorrect.">
            <a:extLst>
              <a:ext uri="{FF2B5EF4-FFF2-40B4-BE49-F238E27FC236}">
                <a16:creationId xmlns:a16="http://schemas.microsoft.com/office/drawing/2014/main" id="{727D2965-70DC-91CD-0DBE-0F20DA39FFA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25" y="2424663"/>
            <a:ext cx="11944350" cy="390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392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50699-0F0E-7588-FA65-5178E47FD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check the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5F7C4-7F0F-A03E-0C3A-9E470FEC5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check the size of the data frame by </a:t>
            </a:r>
            <a:r>
              <a:rPr lang="en-US" dirty="0" err="1"/>
              <a:t>df.shape</a:t>
            </a:r>
            <a:r>
              <a:rPr lang="en-US" dirty="0"/>
              <a:t> function.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 shows the number of rows and columns.</a:t>
            </a:r>
          </a:p>
        </p:txBody>
      </p:sp>
      <p:pic>
        <p:nvPicPr>
          <p:cNvPr id="5" name="Picture 4" descr="A screenshot of a computer  AI-generated content may be incorrect.">
            <a:extLst>
              <a:ext uri="{FF2B5EF4-FFF2-40B4-BE49-F238E27FC236}">
                <a16:creationId xmlns:a16="http://schemas.microsoft.com/office/drawing/2014/main" id="{4D838D32-DF20-0888-4C39-9A909C6FD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8850" y="3159125"/>
            <a:ext cx="2425700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17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8697-F2B4-73B4-26C1-F2248B639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about the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143E4-12C2-3AC6-E3E8-6F1A6F581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4577"/>
            <a:ext cx="10515600" cy="3572911"/>
          </a:xfrm>
        </p:spPr>
        <p:txBody>
          <a:bodyPr/>
          <a:lstStyle/>
          <a:p>
            <a:r>
              <a:rPr lang="en-US" dirty="0"/>
              <a:t>To see column names and types we can use </a:t>
            </a:r>
            <a:r>
              <a:rPr lang="en-US" dirty="0" err="1"/>
              <a:t>df.info</a:t>
            </a:r>
            <a:r>
              <a:rPr lang="en-US" dirty="0"/>
              <a:t>()</a:t>
            </a:r>
          </a:p>
          <a:p>
            <a:r>
              <a:rPr lang="en-US" dirty="0"/>
              <a:t>int64 and float64 are continuous data</a:t>
            </a:r>
          </a:p>
        </p:txBody>
      </p:sp>
      <p:pic>
        <p:nvPicPr>
          <p:cNvPr id="5" name="Picture 4" descr="A screenshot of a computer  AI-generated content may be incorrect.">
            <a:extLst>
              <a:ext uri="{FF2B5EF4-FFF2-40B4-BE49-F238E27FC236}">
                <a16:creationId xmlns:a16="http://schemas.microsoft.com/office/drawing/2014/main" id="{1748CFD2-449E-80FF-0408-3623483520F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900" y="2865881"/>
            <a:ext cx="4275183" cy="380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724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37F21-A3C0-EF08-060E-71412A51A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033" y="860426"/>
            <a:ext cx="10515600" cy="1325563"/>
          </a:xfrm>
        </p:spPr>
        <p:txBody>
          <a:bodyPr/>
          <a:lstStyle/>
          <a:p>
            <a:r>
              <a:rPr lang="en-US" dirty="0"/>
              <a:t>Summary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7B67C-31A2-7444-EB75-C6DD5A330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0239"/>
            <a:ext cx="10515600" cy="3572911"/>
          </a:xfrm>
        </p:spPr>
        <p:txBody>
          <a:bodyPr/>
          <a:lstStyle/>
          <a:p>
            <a:r>
              <a:rPr lang="en-US" dirty="0" err="1"/>
              <a:t>df.describe</a:t>
            </a:r>
            <a:r>
              <a:rPr lang="en-US" dirty="0"/>
              <a:t> provides summary statistics for all the numeric variables.</a:t>
            </a:r>
          </a:p>
        </p:txBody>
      </p:sp>
      <p:pic>
        <p:nvPicPr>
          <p:cNvPr id="5" name="Picture 4" descr="A screenshot of a graph  AI-generated content may be incorrect.">
            <a:extLst>
              <a:ext uri="{FF2B5EF4-FFF2-40B4-BE49-F238E27FC236}">
                <a16:creationId xmlns:a16="http://schemas.microsoft.com/office/drawing/2014/main" id="{4CF0CA7F-67E0-056A-4743-D2C86A227C5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667" y="2843213"/>
            <a:ext cx="12130333" cy="401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941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C9F8F-ED8C-AF0A-CC9F-A186C58AD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8A58E-A005-297D-4425-6C726A1BB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7505700" cy="3572911"/>
          </a:xfrm>
        </p:spPr>
        <p:txBody>
          <a:bodyPr/>
          <a:lstStyle/>
          <a:p>
            <a:r>
              <a:rPr lang="en-US" b="1" dirty="0"/>
              <a:t>Always</a:t>
            </a:r>
            <a:r>
              <a:rPr lang="en-US" dirty="0"/>
              <a:t> validate your data with these 5 checks: </a:t>
            </a:r>
          </a:p>
          <a:p>
            <a:r>
              <a:rPr lang="en-US" b="1" dirty="0"/>
              <a:t>Always</a:t>
            </a:r>
            <a:r>
              <a:rPr lang="en-US" dirty="0"/>
              <a:t>(1) df.shape — expected row count? (2) df.dtypes — types match data dictionary? (3) df.describe() — min/max plausible? (4) df.isnull().sum() — missing values? (5) Mean vs median — similar or diverging? </a:t>
            </a:r>
          </a:p>
          <a:p>
            <a:endParaRPr lang="en-US" dirty="0"/>
          </a:p>
        </p:txBody>
      </p:sp>
      <p:pic>
        <p:nvPicPr>
          <p:cNvPr id="9" name="Picture 8" descr="A yellow triangle with a black exclamation mark  AI-generated content may be incorrect.">
            <a:extLst>
              <a:ext uri="{FF2B5EF4-FFF2-40B4-BE49-F238E27FC236}">
                <a16:creationId xmlns:a16="http://schemas.microsoft.com/office/drawing/2014/main" id="{101EEF90-30F2-1CAA-BEEB-27B60953C45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439149" y="2604051"/>
            <a:ext cx="2914651" cy="262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310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2967-9DC9-28F3-1171-4443117B6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Specific Analysis Questions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52467-F01F-B262-6639-DB37850EB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7962900" cy="3572911"/>
          </a:xfrm>
        </p:spPr>
        <p:txBody>
          <a:bodyPr/>
          <a:lstStyle/>
          <a:p>
            <a:r>
              <a:rPr lang="en-US" dirty="0"/>
              <a:t>Let’s answer a couple of questions with our data: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Question 1: </a:t>
            </a:r>
            <a:r>
              <a:rPr lang="en-US" i="1" dirty="0"/>
              <a:t>What is the average and median MPG of these cars?</a:t>
            </a:r>
          </a:p>
          <a:p>
            <a:endParaRPr lang="en-US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460F76AA-E2AD-E0D8-A5EE-35F7BC0F060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44013" y="2429423"/>
            <a:ext cx="2747962" cy="412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113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1E169-68CE-B8E7-231E-785E3195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70CB5-F1C6-8845-DB6F-FC2F0F4BB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use the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mean</a:t>
            </a:r>
            <a:r>
              <a:rPr lang="en-US" dirty="0"/>
              <a:t> function for average and the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median </a:t>
            </a:r>
            <a:r>
              <a:rPr lang="en-US" dirty="0"/>
              <a:t>function for the median value.</a:t>
            </a:r>
          </a:p>
          <a:p>
            <a:r>
              <a:rPr lang="en-US" dirty="0"/>
              <a:t>You can simply get the output of the mean by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"mpg"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].mean() </a:t>
            </a:r>
          </a:p>
          <a:p>
            <a:pPr lvl="1"/>
            <a:r>
              <a:rPr lang="en-US" dirty="0"/>
              <a:t>But the below code produces nicer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33FB07-E228-19FB-5A6E-C2BEA89A0860}"/>
              </a:ext>
            </a:extLst>
          </p:cNvPr>
          <p:cNvSpPr txBox="1"/>
          <p:nvPr/>
        </p:nvSpPr>
        <p:spPr>
          <a:xfrm>
            <a:off x="178592" y="4789404"/>
            <a:ext cx="889396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avg_mpg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"mpg"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].mean()</a:t>
            </a:r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median_mpg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</a:t>
            </a:r>
            <a:r>
              <a:rPr lang="en-US" sz="2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"mpg"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].median()</a:t>
            </a:r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</a:t>
            </a:r>
            <a:r>
              <a:rPr lang="en-US" sz="24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"Average</a:t>
            </a:r>
            <a:r>
              <a:rPr lang="en-US" sz="2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MPG = {avg_mpg:.2f}"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</a:t>
            </a:r>
            <a:r>
              <a:rPr lang="en-US" sz="24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"Median</a:t>
            </a:r>
            <a:r>
              <a:rPr lang="en-US" sz="2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MPG = {median_mpg:.2f}"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4E6BB8-9784-3CEF-A857-18A308CEDD92}"/>
              </a:ext>
            </a:extLst>
          </p:cNvPr>
          <p:cNvSpPr txBox="1"/>
          <p:nvPr/>
        </p:nvSpPr>
        <p:spPr>
          <a:xfrm>
            <a:off x="7200900" y="5072062"/>
            <a:ext cx="44577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f-string formatting to print the values with 2 decimal places (:.2f)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633FCA-E678-4808-4FB8-CF7C6CE1DFD0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343650" y="5395228"/>
            <a:ext cx="857250" cy="323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313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DA746-D231-A27C-0CD9-61E17418D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9BDE6-4260-2F61-C165-8A2F75220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47239"/>
            <a:ext cx="10515600" cy="98211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Mean MPG = 21.30, Median MPG = 20.00. The mean exceeds the median — a signature of right skew. A few high-MPG cars (e.g., 40+ MPG compact imports) pull the mean upward. The median is the better “typical” value here. This is why we always compute both.an is 20, which suggests the distribution might be a bit skewed by some high MPG values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2FB661-3593-2C7B-1371-8AF12850F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0" y="2604051"/>
            <a:ext cx="6858000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7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ADCAB-8859-6835-DED8-717EAE589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53F98-FE16-E89D-EC31-977FE32CA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 2: </a:t>
            </a:r>
            <a:r>
              <a:rPr lang="en-US" i="1" dirty="0"/>
              <a:t>How many cars are produced abroad?</a:t>
            </a:r>
          </a:p>
          <a:p>
            <a:endParaRPr lang="en-US" dirty="0"/>
          </a:p>
          <a:p>
            <a:r>
              <a:rPr lang="en-US" dirty="0"/>
              <a:t>Think which variable we should use</a:t>
            </a:r>
          </a:p>
          <a:p>
            <a:r>
              <a:rPr lang="en-US" dirty="0"/>
              <a:t>Think which function we should use</a:t>
            </a:r>
          </a:p>
        </p:txBody>
      </p:sp>
      <p:pic>
        <p:nvPicPr>
          <p:cNvPr id="5" name="Picture 4" descr="A close-up of a sports car  AI-generated content may be incorrect.">
            <a:extLst>
              <a:ext uri="{FF2B5EF4-FFF2-40B4-BE49-F238E27FC236}">
                <a16:creationId xmlns:a16="http://schemas.microsoft.com/office/drawing/2014/main" id="{6122093A-2337-FD66-DBB0-885E8166492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385444" y="4027255"/>
            <a:ext cx="3968356" cy="232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1765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1D5F9-C135-3950-576B-F55738B84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EC47B-B60C-0746-3FB8-16F6F6379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use the variable “foreign”</a:t>
            </a:r>
          </a:p>
          <a:p>
            <a:r>
              <a:rPr lang="en-US" dirty="0"/>
              <a:t>We need to use the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value_counts</a:t>
            </a:r>
            <a:r>
              <a:rPr lang="en-US" dirty="0"/>
              <a:t> function</a:t>
            </a:r>
          </a:p>
          <a:p>
            <a:r>
              <a:rPr lang="en-US" dirty="0"/>
              <a:t>Using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 </a:t>
            </a:r>
            <a:r>
              <a:rPr lang="en-US" dirty="0"/>
              <a:t>function allows us to have nice output with explanation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CBEFCB-ED70-8581-E3B0-D7F442687D6B}"/>
              </a:ext>
            </a:extLst>
          </p:cNvPr>
          <p:cNvSpPr txBox="1"/>
          <p:nvPr/>
        </p:nvSpPr>
        <p:spPr>
          <a:xfrm>
            <a:off x="2035967" y="4791967"/>
            <a:ext cx="846534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for_counts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</a:t>
            </a:r>
            <a:r>
              <a:rPr lang="en-US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"foreign"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].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value_counts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endParaRPr lang="en-US" sz="4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"Foreign </a:t>
            </a:r>
            <a:r>
              <a:rPr lang="en-US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Production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</a:t>
            </a:r>
            <a:r>
              <a:rPr lang="en-US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ounts:"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4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for_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4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5879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22849-A6B6-AF41-A351-7E8D79341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Question 2</a:t>
            </a:r>
          </a:p>
        </p:txBody>
      </p:sp>
      <p:pic>
        <p:nvPicPr>
          <p:cNvPr id="5" name="Content Placeholder 4" descr="A screenshot of a computer code  AI-generated content may be incorrect.">
            <a:extLst>
              <a:ext uri="{FF2B5EF4-FFF2-40B4-BE49-F238E27FC236}">
                <a16:creationId xmlns:a16="http://schemas.microsoft.com/office/drawing/2014/main" id="{C65A7008-DD54-E067-EA5B-BF651D3D7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3275" y="2321963"/>
            <a:ext cx="5505450" cy="2940533"/>
          </a:xfr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DB5F7F3-1E9B-7250-3207-AED58CE7BA4A}"/>
              </a:ext>
            </a:extLst>
          </p:cNvPr>
          <p:cNvSpPr txBox="1">
            <a:spLocks/>
          </p:cNvSpPr>
          <p:nvPr/>
        </p:nvSpPr>
        <p:spPr>
          <a:xfrm>
            <a:off x="838200" y="5262496"/>
            <a:ext cx="10515600" cy="9811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Answer: There are 22 foreign and 52 domestic cars.</a:t>
            </a:r>
          </a:p>
        </p:txBody>
      </p:sp>
    </p:spTree>
    <p:extLst>
      <p:ext uri="{BB962C8B-B14F-4D97-AF65-F5344CB8AC3E}">
        <p14:creationId xmlns:p14="http://schemas.microsoft.com/office/powerpoint/2010/main" val="4612175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5C05B-89A4-F07C-403A-FD32D6B9A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122D3-AEFB-8F90-50B4-A6557DFA1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 3: </a:t>
            </a:r>
            <a:r>
              <a:rPr lang="en-US" i="1" dirty="0"/>
              <a:t>Does the price of cars differ by where they are produced?</a:t>
            </a:r>
          </a:p>
          <a:p>
            <a:r>
              <a:rPr lang="en-US" i="1" dirty="0"/>
              <a:t>Two variables</a:t>
            </a:r>
          </a:p>
          <a:p>
            <a:pPr lvl="1"/>
            <a:r>
              <a:rPr lang="en-US" i="1" dirty="0"/>
              <a:t>Production location</a:t>
            </a:r>
          </a:p>
          <a:p>
            <a:pPr lvl="1"/>
            <a:r>
              <a:rPr lang="en-US" i="1" dirty="0"/>
              <a:t>Price</a:t>
            </a:r>
          </a:p>
          <a:p>
            <a:r>
              <a:rPr lang="en-US" dirty="0"/>
              <a:t>Need to compute the average price for foreign and domestic cars</a:t>
            </a:r>
          </a:p>
          <a:p>
            <a:r>
              <a:rPr lang="en-US" dirty="0"/>
              <a:t>Use </a:t>
            </a:r>
            <a:r>
              <a:rPr lang="en-US" dirty="0" err="1"/>
              <a:t>groupby</a:t>
            </a:r>
            <a:r>
              <a:rPr lang="en-US" dirty="0"/>
              <a:t>() function</a:t>
            </a:r>
          </a:p>
        </p:txBody>
      </p:sp>
    </p:spTree>
    <p:extLst>
      <p:ext uri="{BB962C8B-B14F-4D97-AF65-F5344CB8AC3E}">
        <p14:creationId xmlns:p14="http://schemas.microsoft.com/office/powerpoint/2010/main" val="4231479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BA1E7-4867-5CB1-3529-45F841E66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580BE-86B6-D33D-CAEE-F83C6DC39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F1901-5A26-B47A-5543-3244CF2F0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2"/>
            <a:ext cx="10515600" cy="743306"/>
          </a:xfrm>
        </p:spPr>
        <p:txBody>
          <a:bodyPr/>
          <a:lstStyle/>
          <a:p>
            <a:r>
              <a:rPr lang="en-US" dirty="0"/>
              <a:t>Use </a:t>
            </a:r>
            <a:r>
              <a:rPr lang="en-US" dirty="0" err="1"/>
              <a:t>groupby</a:t>
            </a:r>
            <a:r>
              <a:rPr lang="en-US" dirty="0"/>
              <a:t>() 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C66AB3-4C8A-A1B8-A7EB-1F1508AD0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86" y="3611117"/>
            <a:ext cx="11936673" cy="167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677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1504</Words>
  <Application>Microsoft Macintosh PowerPoint</Application>
  <PresentationFormat>Widescreen</PresentationFormat>
  <Paragraphs>255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Aptos</vt:lpstr>
      <vt:lpstr>Aptos Display</vt:lpstr>
      <vt:lpstr>Aptos Narrow</vt:lpstr>
      <vt:lpstr>Arial</vt:lpstr>
      <vt:lpstr>Cambria Math</vt:lpstr>
      <vt:lpstr>Consolas</vt:lpstr>
      <vt:lpstr>Times New Roman</vt:lpstr>
      <vt:lpstr>Office Theme</vt:lpstr>
      <vt:lpstr>Chapter 2</vt:lpstr>
      <vt:lpstr>Summary Statistics: Describing Data with Numbers</vt:lpstr>
      <vt:lpstr>Mean</vt:lpstr>
      <vt:lpstr>Median</vt:lpstr>
      <vt:lpstr>Median</vt:lpstr>
      <vt:lpstr>Mode</vt:lpstr>
      <vt:lpstr>Chapter 4: Data Analysis in Python</vt:lpstr>
      <vt:lpstr>What is Pandas?</vt:lpstr>
      <vt:lpstr>Analysis Steps</vt:lpstr>
      <vt:lpstr>Step 1: Import Libraries </vt:lpstr>
      <vt:lpstr>Step 1: Import Libraries </vt:lpstr>
      <vt:lpstr>Step 1: Import Libraries </vt:lpstr>
      <vt:lpstr>Step 2: Load the Dataset </vt:lpstr>
      <vt:lpstr>Step 2: Load the Dataset </vt:lpstr>
      <vt:lpstr>Step 3: Quick Data Peek</vt:lpstr>
      <vt:lpstr>Step 3: Quick Data Peek</vt:lpstr>
      <vt:lpstr>Step 3: Quick Data Peek</vt:lpstr>
      <vt:lpstr>Let’s check the size</vt:lpstr>
      <vt:lpstr>Information about the variables</vt:lpstr>
      <vt:lpstr>Summary Statistics</vt:lpstr>
      <vt:lpstr>Attention!</vt:lpstr>
      <vt:lpstr>Step 4: Specific Analysis Questions </vt:lpstr>
      <vt:lpstr>Step 4: Question 1</vt:lpstr>
      <vt:lpstr>Step 4: Question 1</vt:lpstr>
      <vt:lpstr>Step 4: Question 2</vt:lpstr>
      <vt:lpstr>Step 4: Question 2</vt:lpstr>
      <vt:lpstr>Step 4: Question 2</vt:lpstr>
      <vt:lpstr>Step 4: Question 3</vt:lpstr>
      <vt:lpstr>Step 4: Question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Hussain Hadah</dc:creator>
  <cp:lastModifiedBy>Hussain Hadah</cp:lastModifiedBy>
  <cp:revision>1</cp:revision>
  <dcterms:created xsi:type="dcterms:W3CDTF">2026-06-21T21:55:44Z</dcterms:created>
  <dcterms:modified xsi:type="dcterms:W3CDTF">2026-06-21T21:57:19Z</dcterms:modified>
</cp:coreProperties>
</file>