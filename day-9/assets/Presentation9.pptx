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21" r:id="rId2"/>
    <p:sldId id="622" r:id="rId3"/>
    <p:sldId id="623" r:id="rId4"/>
    <p:sldId id="6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1429"/>
  </p:normalViewPr>
  <p:slideViewPr>
    <p:cSldViewPr snapToGrid="0">
      <p:cViewPr varScale="1">
        <p:scale>
          <a:sx n="45" d="100"/>
          <a:sy n="45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7595-E88A-2867-FFDE-F3529F754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7F825-5F60-E8ED-4DC0-DA4462AF0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EC576-11C0-79F9-4597-24002CA6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FDCB2-47D0-78F2-BA95-832B0811E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1861C-B0E8-B3EB-4A31-718C3F48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1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08E81-D0CD-5EE6-52A8-8ACA2E2B5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DC6F1-219C-C2F8-EBFE-B8AF9D38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31D02-007E-68D5-5DCA-E1901704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767CA-6936-45F2-1B8E-17A7A7CD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4A23B-1D04-3929-1CEB-12500A3A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61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E66EA-88D8-E486-426A-903C849D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69F51-647B-6BFB-4BCA-8F6034B5B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53A06-0D0B-8A00-0103-06315D16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1A676-3380-A81D-D5A1-B3CC27D4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3DE57-DC4D-A6D2-FA5B-9E9EAFEA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5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160C-C0CD-8253-7199-5C5D919A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ACA5A-99A8-946A-B0B5-14EEECE4A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74696-C687-CB42-193E-DAEEB2E17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ADE13-8EC1-AA0C-8D85-60DB95E0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3CFD9-DA16-C27B-550C-1933C9551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319B6-8465-F41C-B81E-2DA466F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9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3238-D80E-9ADA-F6B1-15F341F3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8346D-9D85-1ABF-8EBA-A2A9E897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19FEE-1E1B-41F8-18F2-D6B099C3E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D8885-0A84-1FA8-A08F-60E08AF61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2DED4-D3C8-A65C-A8FB-31816626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A7145-5EC5-058F-1343-16151B83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893D8-5BCE-7789-7472-6A06FA93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E16DCC-C3F2-8F30-0FC2-C50A064B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7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BB05-53E5-9E40-E7B8-257ED5130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75B5B-EE0F-4513-25FE-F281656E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CA6EC-CE23-A3B5-C415-CD15E925F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60E2D-0B97-020D-5223-282D215FB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27EC19-5357-F7DA-9C5F-D19F3FC2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01EBD-DE8E-4298-44EA-20A8D127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A1844-EC91-055F-A67D-C8965626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65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B363-9EF6-0CA8-EA7E-6654A0EB0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55871-276C-8853-2326-BD7FEBF3E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C41A6-7901-4B60-01CE-99818C007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6D82C-2BCF-D0F0-9AB5-8228E18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E6ABF-97A8-9D7C-7B3B-FD74AE57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3A2FA-B6F3-3464-FE9B-53942FEA0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99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C25F-41AE-0A42-E797-B10A07FF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043AF1-D746-5114-4273-66DA4DBD4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80AF9-A94D-141E-BC63-F487F5A37B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54788-4CC7-39F1-6F72-84D56BCC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0DE21-C119-E2F9-3697-81361390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4E974-BC7A-5CB6-C0F1-ED5CC73A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378D-BAC9-A36F-B1FC-7CE86410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429E3-12CC-1806-BC9A-2F6FA507C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C4EB-DEB9-8433-0974-457F717E3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FD76B-897F-CC87-5CD1-DAAEA86B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EB2E7-A784-6AC5-0365-DCFB843F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78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A2720-C878-6DF3-34D2-85AD1C4D8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E2D87-4C4F-9DB2-F3C2-A76CC0F56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5A7E2-ABD8-8F50-B352-1DF068EC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9662-7CFD-67ED-B6D9-C1EA5DC1C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63574-80D9-D95F-9A96-74A38F11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81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144236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6986A-23F4-7821-9204-A1C5F484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A7B5F-E8E9-C31B-B5F8-C0DE8D6F4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DCFC-C8BC-5E94-9831-F6C1CE3021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A6096-7A3B-C54B-B1A8-00B00E6DFEF3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1376-BA2E-D1AF-8D4D-4D92A76A8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9C4DB-BFDA-3D3C-5598-5A1365068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59ED23-7B68-F844-A7A8-83E0CE0C0A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95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1" name="RESEARCH METHODS…"/>
          <p:cNvSpPr txBox="1"/>
          <p:nvPr/>
        </p:nvSpPr>
        <p:spPr>
          <a:xfrm>
            <a:off x="853752" y="1470895"/>
            <a:ext cx="10191636" cy="2580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rIns="38099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9</a:t>
            </a:r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4412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4" name="Text 0"/>
          <p:cNvSpPr txBox="1"/>
          <p:nvPr/>
        </p:nvSpPr>
        <p:spPr>
          <a:xfrm>
            <a:off x="661492" y="1971278"/>
            <a:ext cx="6297018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Welcome to Day 9! </a:t>
            </a:r>
          </a:p>
        </p:txBody>
      </p:sp>
      <p:sp>
        <p:nvSpPr>
          <p:cNvPr id="4415" name="Text 1"/>
          <p:cNvSpPr txBox="1"/>
          <p:nvPr/>
        </p:nvSpPr>
        <p:spPr>
          <a:xfrm>
            <a:off x="618675" y="3130659"/>
            <a:ext cx="8450722" cy="589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Our goal today is to finalize and polish your slides. 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Get you ready for your presentations. </a:t>
            </a:r>
          </a:p>
        </p:txBody>
      </p:sp>
      <p:sp>
        <p:nvSpPr>
          <p:cNvPr id="4416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8" name="Text 0"/>
          <p:cNvSpPr txBox="1"/>
          <p:nvPr/>
        </p:nvSpPr>
        <p:spPr>
          <a:xfrm>
            <a:off x="661492" y="1068880"/>
            <a:ext cx="10869017" cy="55454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0000"/>
              </a:lnSpc>
              <a:defRPr sz="11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917"/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Title Slide: Introduce yourself and the project by naming the title, presenters, date of presentation, the Institutions at which the study is conducted. Add logos if you can.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Topic Slide: Name your global challenge, define it (cite your source), state why this is important (cite your sources)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Literature Review Slide: What do you know about this issue based on your literature review? Have a couple statements arranged by ideas / themes. Cite your sources.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Research Question Slide: Name your research questions(s) and if possible hypothesis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Methods Slide: State that your work is secondary research. Introduce your data source (including the year data was collected) &amp; sample (including its size and key characteristics). Name key variables. Name the tools you used to analyze data.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Results Slides: 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First share descriptive statistics for each key variable (mean, median, mode, range)</a:t>
            </a:r>
          </a:p>
          <a:p>
            <a:pPr>
              <a:lnSpc>
                <a:spcPct val="110000"/>
              </a:lnSpc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- Provide numbers, graphs, tables.. as suitable. This can be multiple slides.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Discussion: How you interpret what you have found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Conclusion: Final words and good-bye </a:t>
            </a:r>
          </a:p>
          <a:p>
            <a:pPr marL="560894" indent="-560894">
              <a:lnSpc>
                <a:spcPct val="110000"/>
              </a:lnSpc>
              <a:buSzPct val="100000"/>
              <a:buAutoNum type="arabicParenBoth" startAt="7"/>
              <a:defRPr sz="2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000"/>
              <a:t>References: List your references. Be consistent with the style. </a:t>
            </a:r>
          </a:p>
        </p:txBody>
      </p:sp>
      <p:sp>
        <p:nvSpPr>
          <p:cNvPr id="4419" name="Shape 2"/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420" name="Presentation outline"/>
          <p:cNvSpPr txBox="1"/>
          <p:nvPr/>
        </p:nvSpPr>
        <p:spPr>
          <a:xfrm>
            <a:off x="581816" y="395186"/>
            <a:ext cx="4499628" cy="727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38099" rIns="38099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Presentation outline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2" name="Text 0"/>
          <p:cNvSpPr txBox="1"/>
          <p:nvPr/>
        </p:nvSpPr>
        <p:spPr>
          <a:xfrm>
            <a:off x="661492" y="1043087"/>
            <a:ext cx="523220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 - Teamwork</a:t>
            </a:r>
          </a:p>
        </p:txBody>
      </p:sp>
      <p:sp>
        <p:nvSpPr>
          <p:cNvPr id="4423" name="Shape 1"/>
          <p:cNvSpPr/>
          <p:nvPr/>
        </p:nvSpPr>
        <p:spPr>
          <a:xfrm>
            <a:off x="492158" y="1793879"/>
            <a:ext cx="6843855" cy="2311573"/>
          </a:xfrm>
          <a:prstGeom prst="roundRect">
            <a:avLst>
              <a:gd name="adj" fmla="val 3445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4424" name="Text 2"/>
          <p:cNvSpPr txBox="1"/>
          <p:nvPr/>
        </p:nvSpPr>
        <p:spPr>
          <a:xfrm>
            <a:off x="856853" y="1951341"/>
            <a:ext cx="5148571" cy="11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Finish &amp; Polish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Relax &amp; Celebrate</a:t>
            </a:r>
          </a:p>
        </p:txBody>
      </p:sp>
      <p:pic>
        <p:nvPicPr>
          <p:cNvPr id="4425" name="Google Shape;1017;p49" descr="Google Shape;1017;p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060" y="677333"/>
            <a:ext cx="4231862" cy="63477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Macintosh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2026-06-12T13:02:01Z</dcterms:created>
  <dcterms:modified xsi:type="dcterms:W3CDTF">2026-06-12T13:02:12Z</dcterms:modified>
</cp:coreProperties>
</file>