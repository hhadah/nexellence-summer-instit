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7" r:id="rId2"/>
    <p:sldId id="260" r:id="rId3"/>
    <p:sldId id="263" r:id="rId4"/>
    <p:sldId id="264" r:id="rId5"/>
    <p:sldId id="267" r:id="rId6"/>
    <p:sldId id="265" r:id="rId7"/>
    <p:sldId id="268" r:id="rId8"/>
    <p:sldId id="270" r:id="rId9"/>
    <p:sldId id="274" r:id="rId10"/>
    <p:sldId id="276" r:id="rId11"/>
    <p:sldId id="278" r:id="rId12"/>
    <p:sldId id="277" r:id="rId13"/>
    <p:sldId id="279" r:id="rId14"/>
    <p:sldId id="266" r:id="rId15"/>
    <p:sldId id="261" r:id="rId16"/>
    <p:sldId id="282" r:id="rId17"/>
    <p:sldId id="283" r:id="rId18"/>
    <p:sldId id="290" r:id="rId19"/>
    <p:sldId id="291" r:id="rId20"/>
    <p:sldId id="292" r:id="rId21"/>
    <p:sldId id="293" r:id="rId22"/>
    <p:sldId id="294" r:id="rId23"/>
    <p:sldId id="313" r:id="rId24"/>
    <p:sldId id="306" r:id="rId25"/>
    <p:sldId id="307" r:id="rId26"/>
    <p:sldId id="308" r:id="rId27"/>
    <p:sldId id="309" r:id="rId28"/>
    <p:sldId id="310" r:id="rId29"/>
    <p:sldId id="314" r:id="rId30"/>
    <p:sldId id="315" r:id="rId31"/>
    <p:sldId id="311" r:id="rId32"/>
    <p:sldId id="312" r:id="rId33"/>
    <p:sldId id="316" r:id="rId34"/>
    <p:sldId id="317" r:id="rId35"/>
    <p:sldId id="318" r:id="rId36"/>
    <p:sldId id="319" r:id="rId37"/>
    <p:sldId id="320" r:id="rId38"/>
    <p:sldId id="284" r:id="rId39"/>
    <p:sldId id="259" r:id="rId40"/>
    <p:sldId id="322" r:id="rId46"/>
    <p:sldId id="323" r:id="rId47"/>
    <p:sldId id="324" r:id="rId48"/>
    <p:sldId id="325" r:id="rId49"/>
    <p:sldId id="326"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6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5" autoAdjust="0"/>
    <p:restoredTop sz="71429" autoAdjust="0"/>
  </p:normalViewPr>
  <p:slideViewPr>
    <p:cSldViewPr snapToGrid="0">
      <p:cViewPr varScale="1">
        <p:scale>
          <a:sx n="37" d="100"/>
          <a:sy n="37" d="100"/>
        </p:scale>
        <p:origin x="1410" y="1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s>
</file>

<file path=ppt/diagrams/_rels/data1.xml.rels><?xml version="1.0" encoding="UTF-8"?><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s>
</file>

<file path=ppt/diagrams/_rels/data2.xml.rels><?xml version="1.0" encoding="UTF-8"?><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s>
</file>

<file path=ppt/diagrams/_rels/data3.xml.rels><?xml version="1.0" encoding="UTF-8"?><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 Id="rId5" Type="http://schemas.openxmlformats.org/officeDocument/2006/relationships/image" Target="../media/image21.svg"/><Relationship Id="rId4" Type="http://schemas.openxmlformats.org/officeDocument/2006/relationships/image" Target="../media/image20.svg"/></Relationships>
</file>

<file path=ppt/diagrams/_rels/data4.xml.rels><?xml version="1.0" encoding="UTF-8"?><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image" Target="../media/image22.svg"/></Relationships>
</file>

<file path=ppt/diagrams/_rels/data5.xml.rels><?xml version="1.0" encoding="UTF-8"?><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6.svg"/><Relationship Id="rId1" Type="http://schemas.openxmlformats.org/officeDocument/2006/relationships/image" Target="../media/image25.svg"/></Relationships>
</file>

<file path=ppt/diagrams/_rels/data6.xml.rels><?xml version="1.0" encoding="UTF-8"?><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4.svg"/><Relationship Id="rId1" Type="http://schemas.openxmlformats.org/officeDocument/2006/relationships/image" Target="../media/image27.svg"/></Relationships>
</file>

<file path=ppt/diagrams/_rels/data7.xml.rels><?xml version="1.0" encoding="UTF-8"?><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svg"/><Relationship Id="rId1" Type="http://schemas.openxmlformats.org/officeDocument/2006/relationships/image" Target="../media/image35.svg"/></Relationships>
</file>

<file path=ppt/diagrams/_rels/data8.xml.rels><?xml version="1.0" encoding="UTF-8"?><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17.svg"/><Relationship Id="rId1" Type="http://schemas.openxmlformats.org/officeDocument/2006/relationships/image" Target="../media/image44.svg"/><Relationship Id="rId4" Type="http://schemas.openxmlformats.org/officeDocument/2006/relationships/image" Target="../media/image46.svg"/></Relationships>
</file>

<file path=ppt/diagrams/_rels/data11.xml.rels><?xml version="1.0" encoding="UTF-8"?><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svg"/><Relationship Id="rId1" Type="http://schemas.openxmlformats.org/officeDocument/2006/relationships/image" Target="../media/image17.svg"/></Relationships>
</file>

<file path=ppt/diagrams/_rels/drawing1.xml.rels><?xml version="1.0" encoding="UTF-8"?><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s>
</file>

<file path=ppt/diagrams/_rels/drawing2.xml.rels><?xml version="1.0" encoding="UTF-8"?><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s>
</file>

<file path=ppt/diagrams/_rels/drawing3.xml.rels><?xml version="1.0" encoding="UTF-8"?><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 Id="rId5" Type="http://schemas.openxmlformats.org/officeDocument/2006/relationships/image" Target="../media/image21.svg"/><Relationship Id="rId4" Type="http://schemas.openxmlformats.org/officeDocument/2006/relationships/image" Target="../media/image20.svg"/></Relationships>
</file>

<file path=ppt/diagrams/_rels/drawing4.xml.rels><?xml version="1.0" encoding="UTF-8"?><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image" Target="../media/image22.svg"/></Relationships>
</file>

<file path=ppt/diagrams/_rels/drawing5.xml.rels><?xml version="1.0" encoding="UTF-8"?><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6.svg"/><Relationship Id="rId1" Type="http://schemas.openxmlformats.org/officeDocument/2006/relationships/image" Target="../media/image25.svg"/></Relationships>
</file>

<file path=ppt/diagrams/_rels/drawing6.xml.rels><?xml version="1.0" encoding="UTF-8"?><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4.svg"/><Relationship Id="rId1" Type="http://schemas.openxmlformats.org/officeDocument/2006/relationships/image" Target="../media/image27.svg"/></Relationships>
</file>

<file path=ppt/diagrams/_rels/drawing7.xml.rels><?xml version="1.0" encoding="UTF-8"?><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svg"/><Relationship Id="rId1" Type="http://schemas.openxmlformats.org/officeDocument/2006/relationships/image" Target="../media/image35.svg"/></Relationships>
</file>

<file path=ppt/diagrams/_rels/drawing8.xml.rels><?xml version="1.0" encoding="UTF-8"?><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17.svg"/><Relationship Id="rId1" Type="http://schemas.openxmlformats.org/officeDocument/2006/relationships/image" Target="../media/image44.svg"/><Relationship Id="rId4" Type="http://schemas.openxmlformats.org/officeDocument/2006/relationships/image" Target="../media/image46.svg"/></Relationships>
</file>

<file path=ppt/diagrams/_rels/drawing11.xml.rels><?xml version="1.0" encoding="UTF-8"?><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svg"/><Relationship Id="rId1"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22FA95-CE54-4E7D-A91A-4C5C39449D18}" type="doc">
      <dgm:prSet loTypeId="urn:microsoft.com/office/officeart/2018/2/layout/IconLabelDescriptionList" loCatId="icon" qsTypeId="urn:microsoft.com/office/officeart/2005/8/quickstyle/simple1" qsCatId="simple" csTypeId="urn:microsoft.com/office/officeart/2005/8/colors/accent3_2" csCatId="accent3" phldr="1"/>
      <dgm:spPr/>
      <dgm:t xml:space="preserve">
        <a:bodyPr/>
        <a:lstStyle/>
        <a:p>
          <a:endParaRPr lang="en-US"/>
        </a:p>
      </dgm:t>
    </dgm:pt>
    <dgm:pt modelId="{164A7992-AF55-482D-B948-4799BD9FD915}">
      <dgm:prSet custT="1"/>
      <dgm:spPr/>
      <dgm:t xml:space="preserve">
        <a:bodyPr/>
        <a:lstStyle/>
        <a:p>
          <a:pPr>
            <a:defRPr b="1"/>
          </a:pPr>
          <a:r>
            <a:rPr lang="en-US" sz="3200"/>
            <a:t>Ask Good Questions</a:t>
          </a:r>
        </a:p>
      </dgm:t>
    </dgm:pt>
    <dgm:pt modelId="{52CA50B0-AD39-4D33-92AF-F2D75E94F876}" type="parTrans" cxnId="{23718E58-F055-44EE-B86F-4DD440E395F7}">
      <dgm:prSet/>
      <dgm:spPr/>
      <dgm:t xml:space="preserve">
        <a:bodyPr/>
        <a:lstStyle/>
        <a:p>
          <a:endParaRPr lang="en-US" sz="2400"/>
        </a:p>
      </dgm:t>
    </dgm:pt>
    <dgm:pt modelId="{C89B4E3A-3D14-4A7E-943A-373F2DBAC0B3}" type="sibTrans" cxnId="{23718E58-F055-44EE-B86F-4DD440E395F7}">
      <dgm:prSet/>
      <dgm:spPr/>
      <dgm:t xml:space="preserve">
        <a:bodyPr/>
        <a:lstStyle/>
        <a:p>
          <a:endParaRPr lang="en-US" sz="2400"/>
        </a:p>
      </dgm:t>
    </dgm:pt>
    <dgm:pt modelId="{3A528880-402F-4299-8999-86EEB3F096BC}">
      <dgm:prSet custT="1"/>
      <dgm:spPr/>
      <dgm:t xml:space="preserve">
        <a:bodyPr/>
        <a:lstStyle/>
        <a:p>
          <a:r>
            <a:rPr lang="en-US" sz="2000"/>
            <a:t>Start with clear questions to guide your investigation.</a:t>
          </a:r>
        </a:p>
      </dgm:t>
    </dgm:pt>
    <dgm:pt modelId="{0A562C06-3CEA-4B72-9864-14693433B4A0}" type="parTrans" cxnId="{5303541F-7854-4F61-9A7B-1E96119275DB}">
      <dgm:prSet/>
      <dgm:spPr/>
      <dgm:t xml:space="preserve">
        <a:bodyPr/>
        <a:lstStyle/>
        <a:p>
          <a:endParaRPr lang="en-US" sz="2400"/>
        </a:p>
      </dgm:t>
    </dgm:pt>
    <dgm:pt modelId="{8FD7FA8C-6B87-4C25-B41E-FD67D01A596F}" type="sibTrans" cxnId="{5303541F-7854-4F61-9A7B-1E96119275DB}">
      <dgm:prSet/>
      <dgm:spPr/>
      <dgm:t xml:space="preserve">
        <a:bodyPr/>
        <a:lstStyle/>
        <a:p>
          <a:endParaRPr lang="en-US" sz="2400"/>
        </a:p>
      </dgm:t>
    </dgm:pt>
    <dgm:pt modelId="{DFBA3F81-EBBE-43BF-B321-4B4189B59F1E}">
      <dgm:prSet custT="1"/>
      <dgm:spPr/>
      <dgm:t xml:space="preserve">
        <a:bodyPr/>
        <a:lstStyle/>
        <a:p>
          <a:pPr>
            <a:defRPr b="1"/>
          </a:pPr>
          <a:r>
            <a:rPr lang="en-US" sz="3200"/>
            <a:t>Form Hypotheses</a:t>
          </a:r>
        </a:p>
      </dgm:t>
    </dgm:pt>
    <dgm:pt modelId="{FA022789-AC64-4BAC-AB06-EC5FBCAAC17A}" type="parTrans" cxnId="{7604057D-4037-434C-810E-8A88ED19D1DD}">
      <dgm:prSet/>
      <dgm:spPr/>
      <dgm:t xml:space="preserve">
        <a:bodyPr/>
        <a:lstStyle/>
        <a:p>
          <a:endParaRPr lang="en-US" sz="2400"/>
        </a:p>
      </dgm:t>
    </dgm:pt>
    <dgm:pt modelId="{90EDF0D4-C9B6-4846-ADBD-76E9200455CC}" type="sibTrans" cxnId="{7604057D-4037-434C-810E-8A88ED19D1DD}">
      <dgm:prSet/>
      <dgm:spPr/>
      <dgm:t xml:space="preserve">
        <a:bodyPr/>
        <a:lstStyle/>
        <a:p>
          <a:endParaRPr lang="en-US" sz="2400"/>
        </a:p>
      </dgm:t>
    </dgm:pt>
    <dgm:pt modelId="{243C0BD5-BF8C-4FDF-ACD4-9D7473B9E0E9}">
      <dgm:prSet custT="1"/>
      <dgm:spPr/>
      <dgm:t xml:space="preserve">
        <a:bodyPr/>
        <a:lstStyle/>
        <a:p>
          <a:r>
            <a:rPr lang="en-US" sz="2000" dirty="0"/>
            <a:t>Develop theories but remain open to evidence.</a:t>
          </a:r>
        </a:p>
      </dgm:t>
    </dgm:pt>
    <dgm:pt modelId="{EDC8EE56-AB02-4DD0-ABC0-A58A6D02BD54}" type="parTrans" cxnId="{D44B0678-2EA4-4BC7-BAD4-76A30D307F35}">
      <dgm:prSet/>
      <dgm:spPr/>
      <dgm:t xml:space="preserve">
        <a:bodyPr/>
        <a:lstStyle/>
        <a:p>
          <a:endParaRPr lang="en-US" sz="2400"/>
        </a:p>
      </dgm:t>
    </dgm:pt>
    <dgm:pt modelId="{7558DCCF-5FA5-424C-9FE2-E8C0190AE950}" type="sibTrans" cxnId="{D44B0678-2EA4-4BC7-BAD4-76A30D307F35}">
      <dgm:prSet/>
      <dgm:spPr/>
      <dgm:t xml:space="preserve">
        <a:bodyPr/>
        <a:lstStyle/>
        <a:p>
          <a:endParaRPr lang="en-US" sz="2400"/>
        </a:p>
      </dgm:t>
    </dgm:pt>
    <dgm:pt modelId="{203DB783-EC2C-4D91-9D79-88B5A8A4681A}">
      <dgm:prSet custT="1"/>
      <dgm:spPr/>
      <dgm:t xml:space="preserve">
        <a:bodyPr/>
        <a:lstStyle/>
        <a:p>
          <a:pPr>
            <a:defRPr b="1"/>
          </a:pPr>
          <a:r>
            <a:rPr lang="en-US" sz="3200"/>
            <a:t>Follow the Evidence</a:t>
          </a:r>
        </a:p>
      </dgm:t>
    </dgm:pt>
    <dgm:pt modelId="{DF7A5DB5-1CEA-4077-95C5-7150721D8820}" type="parTrans" cxnId="{E901F68A-BBDD-44A5-9C51-F45F3F7D809A}">
      <dgm:prSet/>
      <dgm:spPr/>
      <dgm:t xml:space="preserve">
        <a:bodyPr/>
        <a:lstStyle/>
        <a:p>
          <a:endParaRPr lang="en-US" sz="2400"/>
        </a:p>
      </dgm:t>
    </dgm:pt>
    <dgm:pt modelId="{36BA89D6-3883-4C63-B45D-3AF6861AAD90}" type="sibTrans" cxnId="{E901F68A-BBDD-44A5-9C51-F45F3F7D809A}">
      <dgm:prSet/>
      <dgm:spPr/>
      <dgm:t xml:space="preserve">
        <a:bodyPr/>
        <a:lstStyle/>
        <a:p>
          <a:endParaRPr lang="en-US" sz="2400"/>
        </a:p>
      </dgm:t>
    </dgm:pt>
    <dgm:pt modelId="{1C77D070-E45F-490A-B8F8-9260BF9ECB9F}">
      <dgm:prSet custT="1"/>
      <dgm:spPr/>
      <dgm:t xml:space="preserve">
        <a:bodyPr/>
        <a:lstStyle/>
        <a:p>
          <a:r>
            <a:rPr lang="en-US" sz="2000"/>
            <a:t>Let the data lead you to conclusions.</a:t>
          </a:r>
        </a:p>
      </dgm:t>
    </dgm:pt>
    <dgm:pt modelId="{419D2E41-64BD-4858-8055-A7889AC63B62}" type="parTrans" cxnId="{3F07D197-DF45-49EF-8372-1789AA09D1A8}">
      <dgm:prSet/>
      <dgm:spPr/>
      <dgm:t xml:space="preserve">
        <a:bodyPr/>
        <a:lstStyle/>
        <a:p>
          <a:endParaRPr lang="en-US" sz="2400"/>
        </a:p>
      </dgm:t>
    </dgm:pt>
    <dgm:pt modelId="{29496FB5-1C97-4C4C-8BCD-56E0449273F1}" type="sibTrans" cxnId="{3F07D197-DF45-49EF-8372-1789AA09D1A8}">
      <dgm:prSet/>
      <dgm:spPr/>
      <dgm:t xml:space="preserve">
        <a:bodyPr/>
        <a:lstStyle/>
        <a:p>
          <a:endParaRPr lang="en-US" sz="2400"/>
        </a:p>
      </dgm:t>
    </dgm:pt>
    <dgm:pt modelId="{ECEFAEA5-886D-45CA-85F5-07ADA0F38FCB}" type="pres">
      <dgm:prSet presAssocID="{1322FA95-CE54-4E7D-A91A-4C5C39449D18}" presName="root" presStyleCnt="0">
        <dgm:presLayoutVars>
          <dgm:dir/>
          <dgm:resizeHandles val="exact"/>
        </dgm:presLayoutVars>
      </dgm:prSet>
      <dgm:spPr/>
    </dgm:pt>
    <dgm:pt modelId="{7DAA46E0-53CC-4E74-AF45-7942E52FB2ED}" type="pres">
      <dgm:prSet presAssocID="{164A7992-AF55-482D-B948-4799BD9FD915}" presName="compNode" presStyleCnt="0"/>
      <dgm:spPr/>
    </dgm:pt>
    <dgm:pt modelId="{E0773944-D938-494F-B440-B229331699BC}" type="pres">
      <dgm:prSet presAssocID="{164A7992-AF55-482D-B948-4799BD9FD915}"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Question mark"/>
        </a:ext>
      </dgm:extLst>
    </dgm:pt>
    <dgm:pt modelId="{738478B7-48C6-4FE3-AA83-71675E7EFAD7}" type="pres">
      <dgm:prSet presAssocID="{164A7992-AF55-482D-B948-4799BD9FD915}" presName="iconSpace" presStyleCnt="0"/>
      <dgm:spPr/>
    </dgm:pt>
    <dgm:pt modelId="{3F0A28DB-4FE9-44B9-B5CA-2ACED889CBE7}" type="pres">
      <dgm:prSet presAssocID="{164A7992-AF55-482D-B948-4799BD9FD915}" presName="parTx" presStyleLbl="revTx" presStyleIdx="0" presStyleCnt="6">
        <dgm:presLayoutVars>
          <dgm:chMax val="0"/>
          <dgm:chPref val="0"/>
        </dgm:presLayoutVars>
      </dgm:prSet>
      <dgm:spPr/>
    </dgm:pt>
    <dgm:pt modelId="{55D01445-0F94-456F-813F-2C7EF4548334}" type="pres">
      <dgm:prSet presAssocID="{164A7992-AF55-482D-B948-4799BD9FD915}" presName="txSpace" presStyleCnt="0"/>
      <dgm:spPr/>
    </dgm:pt>
    <dgm:pt modelId="{6789D8A5-2DCF-427E-9632-15D4E14A0BAE}" type="pres">
      <dgm:prSet presAssocID="{164A7992-AF55-482D-B948-4799BD9FD915}" presName="desTx" presStyleLbl="revTx" presStyleIdx="1" presStyleCnt="6">
        <dgm:presLayoutVars/>
      </dgm:prSet>
      <dgm:spPr/>
    </dgm:pt>
    <dgm:pt modelId="{D39BF754-D87C-4BF7-AF46-BF50F8E2B0D5}" type="pres">
      <dgm:prSet presAssocID="{C89B4E3A-3D14-4A7E-943A-373F2DBAC0B3}" presName="sibTrans" presStyleCnt="0"/>
      <dgm:spPr/>
    </dgm:pt>
    <dgm:pt modelId="{EC1ADE3C-E4C7-4CB4-840C-A733FF54DB15}" type="pres">
      <dgm:prSet presAssocID="{DFBA3F81-EBBE-43BF-B321-4B4189B59F1E}" presName="compNode" presStyleCnt="0"/>
      <dgm:spPr/>
    </dgm:pt>
    <dgm:pt modelId="{406663B8-0E8D-4D44-8D5B-E821B58AA08A}" type="pres">
      <dgm:prSet presAssocID="{DFBA3F81-EBBE-43BF-B321-4B4189B59F1E}"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213C1B9D-D3EB-4DE5-B40E-BF023A5ACC5B}" type="pres">
      <dgm:prSet presAssocID="{DFBA3F81-EBBE-43BF-B321-4B4189B59F1E}" presName="iconSpace" presStyleCnt="0"/>
      <dgm:spPr/>
    </dgm:pt>
    <dgm:pt modelId="{10E05F3C-BCE6-41E3-80FE-E6D5096FD2C4}" type="pres">
      <dgm:prSet presAssocID="{DFBA3F81-EBBE-43BF-B321-4B4189B59F1E}" presName="parTx" presStyleLbl="revTx" presStyleIdx="2" presStyleCnt="6">
        <dgm:presLayoutVars>
          <dgm:chMax val="0"/>
          <dgm:chPref val="0"/>
        </dgm:presLayoutVars>
      </dgm:prSet>
      <dgm:spPr/>
    </dgm:pt>
    <dgm:pt modelId="{1A1A9352-20DC-4757-973C-810DD5BCF9D1}" type="pres">
      <dgm:prSet presAssocID="{DFBA3F81-EBBE-43BF-B321-4B4189B59F1E}" presName="txSpace" presStyleCnt="0"/>
      <dgm:spPr/>
    </dgm:pt>
    <dgm:pt modelId="{6E8EEB09-BC2F-4781-925A-5E3690A5F81A}" type="pres">
      <dgm:prSet presAssocID="{DFBA3F81-EBBE-43BF-B321-4B4189B59F1E}" presName="desTx" presStyleLbl="revTx" presStyleIdx="3" presStyleCnt="6">
        <dgm:presLayoutVars/>
      </dgm:prSet>
      <dgm:spPr/>
    </dgm:pt>
    <dgm:pt modelId="{D0FB32D8-D55E-41B7-9B3F-97AB344995A6}" type="pres">
      <dgm:prSet presAssocID="{90EDF0D4-C9B6-4846-ADBD-76E9200455CC}" presName="sibTrans" presStyleCnt="0"/>
      <dgm:spPr/>
    </dgm:pt>
    <dgm:pt modelId="{D7092C3C-036F-4623-BF05-744DA275064D}" type="pres">
      <dgm:prSet presAssocID="{203DB783-EC2C-4D91-9D79-88B5A8A4681A}" presName="compNode" presStyleCnt="0"/>
      <dgm:spPr/>
    </dgm:pt>
    <dgm:pt modelId="{DD0C2313-AA65-49A9-BC9D-B03DD048F758}" type="pres">
      <dgm:prSet presAssocID="{203DB783-EC2C-4D91-9D79-88B5A8A4681A}"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tatistics"/>
        </a:ext>
      </dgm:extLst>
    </dgm:pt>
    <dgm:pt modelId="{6E525791-0F57-480D-B385-B25C07AE85A8}" type="pres">
      <dgm:prSet presAssocID="{203DB783-EC2C-4D91-9D79-88B5A8A4681A}" presName="iconSpace" presStyleCnt="0"/>
      <dgm:spPr/>
    </dgm:pt>
    <dgm:pt modelId="{BD6D7EBD-181E-4898-BD3D-03B49F161C3A}" type="pres">
      <dgm:prSet presAssocID="{203DB783-EC2C-4D91-9D79-88B5A8A4681A}" presName="parTx" presStyleLbl="revTx" presStyleIdx="4" presStyleCnt="6">
        <dgm:presLayoutVars>
          <dgm:chMax val="0"/>
          <dgm:chPref val="0"/>
        </dgm:presLayoutVars>
      </dgm:prSet>
      <dgm:spPr/>
    </dgm:pt>
    <dgm:pt modelId="{3B7F49B2-B547-4245-AAD2-AEF0F2457E7B}" type="pres">
      <dgm:prSet presAssocID="{203DB783-EC2C-4D91-9D79-88B5A8A4681A}" presName="txSpace" presStyleCnt="0"/>
      <dgm:spPr/>
    </dgm:pt>
    <dgm:pt modelId="{C484F96D-4834-4EB1-AAA0-33FBA685B721}" type="pres">
      <dgm:prSet presAssocID="{203DB783-EC2C-4D91-9D79-88B5A8A4681A}" presName="desTx" presStyleLbl="revTx" presStyleIdx="5" presStyleCnt="6">
        <dgm:presLayoutVars/>
      </dgm:prSet>
      <dgm:spPr/>
    </dgm:pt>
  </dgm:ptLst>
  <dgm:cxnLst>
    <dgm:cxn modelId="{FAB07503-97E1-4E1B-A4FB-E231B6D05BEE}" type="presOf" srcId="{164A7992-AF55-482D-B948-4799BD9FD915}" destId="{3F0A28DB-4FE9-44B9-B5CA-2ACED889CBE7}" srcOrd="0" destOrd="0" presId="urn:microsoft.com/office/officeart/2018/2/layout/IconLabelDescriptionList"/>
    <dgm:cxn modelId="{5303541F-7854-4F61-9A7B-1E96119275DB}" srcId="{164A7992-AF55-482D-B948-4799BD9FD915}" destId="{3A528880-402F-4299-8999-86EEB3F096BC}" srcOrd="0" destOrd="0" parTransId="{0A562C06-3CEA-4B72-9864-14693433B4A0}" sibTransId="{8FD7FA8C-6B87-4C25-B41E-FD67D01A596F}"/>
    <dgm:cxn modelId="{BFF9732A-8D0D-49E7-880B-BB0DA3DCC6F6}" type="presOf" srcId="{3A528880-402F-4299-8999-86EEB3F096BC}" destId="{6789D8A5-2DCF-427E-9632-15D4E14A0BAE}" srcOrd="0" destOrd="0" presId="urn:microsoft.com/office/officeart/2018/2/layout/IconLabelDescriptionList"/>
    <dgm:cxn modelId="{9D625963-505E-49CB-9EEB-C0C8E5CA427F}" type="presOf" srcId="{1C77D070-E45F-490A-B8F8-9260BF9ECB9F}" destId="{C484F96D-4834-4EB1-AAA0-33FBA685B721}" srcOrd="0" destOrd="0" presId="urn:microsoft.com/office/officeart/2018/2/layout/IconLabelDescriptionList"/>
    <dgm:cxn modelId="{A8CA1D55-631B-4024-A481-EEA88C825413}" type="presOf" srcId="{203DB783-EC2C-4D91-9D79-88B5A8A4681A}" destId="{BD6D7EBD-181E-4898-BD3D-03B49F161C3A}" srcOrd="0" destOrd="0" presId="urn:microsoft.com/office/officeart/2018/2/layout/IconLabelDescriptionList"/>
    <dgm:cxn modelId="{98BA9075-C330-49B5-9115-FA4484A789C1}" type="presOf" srcId="{1322FA95-CE54-4E7D-A91A-4C5C39449D18}" destId="{ECEFAEA5-886D-45CA-85F5-07ADA0F38FCB}" srcOrd="0" destOrd="0" presId="urn:microsoft.com/office/officeart/2018/2/layout/IconLabelDescriptionList"/>
    <dgm:cxn modelId="{D44B0678-2EA4-4BC7-BAD4-76A30D307F35}" srcId="{DFBA3F81-EBBE-43BF-B321-4B4189B59F1E}" destId="{243C0BD5-BF8C-4FDF-ACD4-9D7473B9E0E9}" srcOrd="0" destOrd="0" parTransId="{EDC8EE56-AB02-4DD0-ABC0-A58A6D02BD54}" sibTransId="{7558DCCF-5FA5-424C-9FE2-E8C0190AE950}"/>
    <dgm:cxn modelId="{23718E58-F055-44EE-B86F-4DD440E395F7}" srcId="{1322FA95-CE54-4E7D-A91A-4C5C39449D18}" destId="{164A7992-AF55-482D-B948-4799BD9FD915}" srcOrd="0" destOrd="0" parTransId="{52CA50B0-AD39-4D33-92AF-F2D75E94F876}" sibTransId="{C89B4E3A-3D14-4A7E-943A-373F2DBAC0B3}"/>
    <dgm:cxn modelId="{7604057D-4037-434C-810E-8A88ED19D1DD}" srcId="{1322FA95-CE54-4E7D-A91A-4C5C39449D18}" destId="{DFBA3F81-EBBE-43BF-B321-4B4189B59F1E}" srcOrd="1" destOrd="0" parTransId="{FA022789-AC64-4BAC-AB06-EC5FBCAAC17A}" sibTransId="{90EDF0D4-C9B6-4846-ADBD-76E9200455CC}"/>
    <dgm:cxn modelId="{1E2E7A82-1B84-4623-9B5D-90A942C78FC4}" type="presOf" srcId="{243C0BD5-BF8C-4FDF-ACD4-9D7473B9E0E9}" destId="{6E8EEB09-BC2F-4781-925A-5E3690A5F81A}" srcOrd="0" destOrd="0" presId="urn:microsoft.com/office/officeart/2018/2/layout/IconLabelDescriptionList"/>
    <dgm:cxn modelId="{E901F68A-BBDD-44A5-9C51-F45F3F7D809A}" srcId="{1322FA95-CE54-4E7D-A91A-4C5C39449D18}" destId="{203DB783-EC2C-4D91-9D79-88B5A8A4681A}" srcOrd="2" destOrd="0" parTransId="{DF7A5DB5-1CEA-4077-95C5-7150721D8820}" sibTransId="{36BA89D6-3883-4C63-B45D-3AF6861AAD90}"/>
    <dgm:cxn modelId="{3F07D197-DF45-49EF-8372-1789AA09D1A8}" srcId="{203DB783-EC2C-4D91-9D79-88B5A8A4681A}" destId="{1C77D070-E45F-490A-B8F8-9260BF9ECB9F}" srcOrd="0" destOrd="0" parTransId="{419D2E41-64BD-4858-8055-A7889AC63B62}" sibTransId="{29496FB5-1C97-4C4C-8BCD-56E0449273F1}"/>
    <dgm:cxn modelId="{028577F5-A10E-4559-A32D-FB6DCFB5F662}" type="presOf" srcId="{DFBA3F81-EBBE-43BF-B321-4B4189B59F1E}" destId="{10E05F3C-BCE6-41E3-80FE-E6D5096FD2C4}" srcOrd="0" destOrd="0" presId="urn:microsoft.com/office/officeart/2018/2/layout/IconLabelDescriptionList"/>
    <dgm:cxn modelId="{562F91F8-9C5C-47B7-A521-2B549F458FCC}" type="presParOf" srcId="{ECEFAEA5-886D-45CA-85F5-07ADA0F38FCB}" destId="{7DAA46E0-53CC-4E74-AF45-7942E52FB2ED}" srcOrd="0" destOrd="0" presId="urn:microsoft.com/office/officeart/2018/2/layout/IconLabelDescriptionList"/>
    <dgm:cxn modelId="{A4A649CB-0712-4ACE-BFBB-F74ECDF32A94}" type="presParOf" srcId="{7DAA46E0-53CC-4E74-AF45-7942E52FB2ED}" destId="{E0773944-D938-494F-B440-B229331699BC}" srcOrd="0" destOrd="0" presId="urn:microsoft.com/office/officeart/2018/2/layout/IconLabelDescriptionList"/>
    <dgm:cxn modelId="{D55BB7F0-ACCE-470E-B50B-A448BC1FD569}" type="presParOf" srcId="{7DAA46E0-53CC-4E74-AF45-7942E52FB2ED}" destId="{738478B7-48C6-4FE3-AA83-71675E7EFAD7}" srcOrd="1" destOrd="0" presId="urn:microsoft.com/office/officeart/2018/2/layout/IconLabelDescriptionList"/>
    <dgm:cxn modelId="{13F46AB7-E0BB-4731-B74B-FF4A8F468B92}" type="presParOf" srcId="{7DAA46E0-53CC-4E74-AF45-7942E52FB2ED}" destId="{3F0A28DB-4FE9-44B9-B5CA-2ACED889CBE7}" srcOrd="2" destOrd="0" presId="urn:microsoft.com/office/officeart/2018/2/layout/IconLabelDescriptionList"/>
    <dgm:cxn modelId="{675B746A-4BE3-4C1B-A333-30EA9C1FA8F9}" type="presParOf" srcId="{7DAA46E0-53CC-4E74-AF45-7942E52FB2ED}" destId="{55D01445-0F94-456F-813F-2C7EF4548334}" srcOrd="3" destOrd="0" presId="urn:microsoft.com/office/officeart/2018/2/layout/IconLabelDescriptionList"/>
    <dgm:cxn modelId="{32BD1487-8F6B-4A3C-B546-483C5E4CADDD}" type="presParOf" srcId="{7DAA46E0-53CC-4E74-AF45-7942E52FB2ED}" destId="{6789D8A5-2DCF-427E-9632-15D4E14A0BAE}" srcOrd="4" destOrd="0" presId="urn:microsoft.com/office/officeart/2018/2/layout/IconLabelDescriptionList"/>
    <dgm:cxn modelId="{64630CFA-BF52-43F2-A980-7B1EAAC697C9}" type="presParOf" srcId="{ECEFAEA5-886D-45CA-85F5-07ADA0F38FCB}" destId="{D39BF754-D87C-4BF7-AF46-BF50F8E2B0D5}" srcOrd="1" destOrd="0" presId="urn:microsoft.com/office/officeart/2018/2/layout/IconLabelDescriptionList"/>
    <dgm:cxn modelId="{10CA654A-9F86-43F5-9728-1D4CB9D4C6B7}" type="presParOf" srcId="{ECEFAEA5-886D-45CA-85F5-07ADA0F38FCB}" destId="{EC1ADE3C-E4C7-4CB4-840C-A733FF54DB15}" srcOrd="2" destOrd="0" presId="urn:microsoft.com/office/officeart/2018/2/layout/IconLabelDescriptionList"/>
    <dgm:cxn modelId="{C8643026-EB54-4BAE-974E-3E6166577991}" type="presParOf" srcId="{EC1ADE3C-E4C7-4CB4-840C-A733FF54DB15}" destId="{406663B8-0E8D-4D44-8D5B-E821B58AA08A}" srcOrd="0" destOrd="0" presId="urn:microsoft.com/office/officeart/2018/2/layout/IconLabelDescriptionList"/>
    <dgm:cxn modelId="{D26F9C4A-1B43-423D-9780-AC6E46EC2FEB}" type="presParOf" srcId="{EC1ADE3C-E4C7-4CB4-840C-A733FF54DB15}" destId="{213C1B9D-D3EB-4DE5-B40E-BF023A5ACC5B}" srcOrd="1" destOrd="0" presId="urn:microsoft.com/office/officeart/2018/2/layout/IconLabelDescriptionList"/>
    <dgm:cxn modelId="{43E1CEE0-E826-440A-BF1B-30E5F3874DFA}" type="presParOf" srcId="{EC1ADE3C-E4C7-4CB4-840C-A733FF54DB15}" destId="{10E05F3C-BCE6-41E3-80FE-E6D5096FD2C4}" srcOrd="2" destOrd="0" presId="urn:microsoft.com/office/officeart/2018/2/layout/IconLabelDescriptionList"/>
    <dgm:cxn modelId="{25C9C97C-A397-4E61-A825-10B6F968F4E8}" type="presParOf" srcId="{EC1ADE3C-E4C7-4CB4-840C-A733FF54DB15}" destId="{1A1A9352-20DC-4757-973C-810DD5BCF9D1}" srcOrd="3" destOrd="0" presId="urn:microsoft.com/office/officeart/2018/2/layout/IconLabelDescriptionList"/>
    <dgm:cxn modelId="{5EA8BE10-3211-455F-9542-6DA1DA48CC9D}" type="presParOf" srcId="{EC1ADE3C-E4C7-4CB4-840C-A733FF54DB15}" destId="{6E8EEB09-BC2F-4781-925A-5E3690A5F81A}" srcOrd="4" destOrd="0" presId="urn:microsoft.com/office/officeart/2018/2/layout/IconLabelDescriptionList"/>
    <dgm:cxn modelId="{F495C824-2941-4B2E-9CA2-CA274F6CA758}" type="presParOf" srcId="{ECEFAEA5-886D-45CA-85F5-07ADA0F38FCB}" destId="{D0FB32D8-D55E-41B7-9B3F-97AB344995A6}" srcOrd="3" destOrd="0" presId="urn:microsoft.com/office/officeart/2018/2/layout/IconLabelDescriptionList"/>
    <dgm:cxn modelId="{08237C0B-E576-4F9E-A779-317F74C6E515}" type="presParOf" srcId="{ECEFAEA5-886D-45CA-85F5-07ADA0F38FCB}" destId="{D7092C3C-036F-4623-BF05-744DA275064D}" srcOrd="4" destOrd="0" presId="urn:microsoft.com/office/officeart/2018/2/layout/IconLabelDescriptionList"/>
    <dgm:cxn modelId="{54863568-CA43-46F2-9BC4-DFFB00345F20}" type="presParOf" srcId="{D7092C3C-036F-4623-BF05-744DA275064D}" destId="{DD0C2313-AA65-49A9-BC9D-B03DD048F758}" srcOrd="0" destOrd="0" presId="urn:microsoft.com/office/officeart/2018/2/layout/IconLabelDescriptionList"/>
    <dgm:cxn modelId="{C8726163-76FE-4980-9B66-C4A7CAAA4BBE}" type="presParOf" srcId="{D7092C3C-036F-4623-BF05-744DA275064D}" destId="{6E525791-0F57-480D-B385-B25C07AE85A8}" srcOrd="1" destOrd="0" presId="urn:microsoft.com/office/officeart/2018/2/layout/IconLabelDescriptionList"/>
    <dgm:cxn modelId="{BF19BA53-F5B9-4CB5-B556-5DB299C26FE6}" type="presParOf" srcId="{D7092C3C-036F-4623-BF05-744DA275064D}" destId="{BD6D7EBD-181E-4898-BD3D-03B49F161C3A}" srcOrd="2" destOrd="0" presId="urn:microsoft.com/office/officeart/2018/2/layout/IconLabelDescriptionList"/>
    <dgm:cxn modelId="{2601E985-0DCB-450D-808F-1575B9B845F1}" type="presParOf" srcId="{D7092C3C-036F-4623-BF05-744DA275064D}" destId="{3B7F49B2-B547-4245-AAD2-AEF0F2457E7B}" srcOrd="3" destOrd="0" presId="urn:microsoft.com/office/officeart/2018/2/layout/IconLabelDescriptionList"/>
    <dgm:cxn modelId="{46DAC63F-AA40-4004-B718-08AE52F9ABC1}" type="presParOf" srcId="{D7092C3C-036F-4623-BF05-744DA275064D}" destId="{C484F96D-4834-4EB1-AAA0-33FBA685B721}"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FC953E9-4D19-4948-B73D-C6F3F5CBAE29}" type="doc">
      <dgm:prSet loTypeId="urn:microsoft.com/office/officeart/2018/5/layout/CenteredIconLabelDescriptionList" loCatId="icon" qsTypeId="urn:microsoft.com/office/officeart/2005/8/quickstyle/simple1" qsCatId="simple" csTypeId="urn:microsoft.com/office/officeart/2005/8/colors/accent3_2" csCatId="accent3" phldr="1"/>
      <dgm:spPr/>
      <dgm:t xml:space="preserve">
        <a:bodyPr/>
        <a:lstStyle/>
        <a:p>
          <a:endParaRPr lang="en-US"/>
        </a:p>
      </dgm:t>
    </dgm:pt>
    <dgm:pt modelId="{B21AA8DB-9D05-4CFF-B5EE-85E2C6B4316F}">
      <dgm:prSet custT="1"/>
      <dgm:spPr/>
      <dgm:t xml:space="preserve">
        <a:bodyPr/>
        <a:lstStyle/>
        <a:p>
          <a:pPr>
            <a:defRPr b="1"/>
          </a:pPr>
          <a:r>
            <a:rPr lang="en-US" sz="2400"/>
            <a:t>What data is available?</a:t>
          </a:r>
        </a:p>
      </dgm:t>
    </dgm:pt>
    <dgm:pt modelId="{F4F6B07A-BD93-44D1-B95D-D6DAAAC99858}" type="parTrans" cxnId="{7F19F6F2-72A0-4A0D-BBB0-29B623073902}">
      <dgm:prSet/>
      <dgm:spPr/>
      <dgm:t xml:space="preserve">
        <a:bodyPr/>
        <a:lstStyle/>
        <a:p>
          <a:endParaRPr lang="en-US" sz="2800"/>
        </a:p>
      </dgm:t>
    </dgm:pt>
    <dgm:pt modelId="{A001A761-7B51-4BD7-8601-BA8AD66D4108}" type="sibTrans" cxnId="{7F19F6F2-72A0-4A0D-BBB0-29B623073902}">
      <dgm:prSet/>
      <dgm:spPr/>
      <dgm:t xml:space="preserve">
        <a:bodyPr/>
        <a:lstStyle/>
        <a:p>
          <a:endParaRPr lang="en-US" sz="2800"/>
        </a:p>
      </dgm:t>
    </dgm:pt>
    <dgm:pt modelId="{96F50319-7A09-4CE6-8EE1-23395A6D9F49}">
      <dgm:prSet custT="1"/>
      <dgm:spPr/>
      <dgm:t xml:space="preserve">
        <a:bodyPr/>
        <a:lstStyle/>
        <a:p>
          <a:r>
            <a:rPr lang="en-US" sz="1800"/>
            <a:t>Monthly bee counts, local temperature and rainfall, and records of nearby events like pesticide use.</a:t>
          </a:r>
        </a:p>
      </dgm:t>
    </dgm:pt>
    <dgm:pt modelId="{840D8BBA-FB21-4452-832F-435BE555B4B3}" type="parTrans" cxnId="{B68A29CE-D0B4-4556-8689-85FA825C804D}">
      <dgm:prSet/>
      <dgm:spPr/>
      <dgm:t xml:space="preserve">
        <a:bodyPr/>
        <a:lstStyle/>
        <a:p>
          <a:endParaRPr lang="en-US" sz="2800"/>
        </a:p>
      </dgm:t>
    </dgm:pt>
    <dgm:pt modelId="{9462BE69-C8F8-4302-B3CD-B7B4ED47B986}" type="sibTrans" cxnId="{B68A29CE-D0B4-4556-8689-85FA825C804D}">
      <dgm:prSet/>
      <dgm:spPr/>
      <dgm:t xml:space="preserve">
        <a:bodyPr/>
        <a:lstStyle/>
        <a:p>
          <a:endParaRPr lang="en-US" sz="2800"/>
        </a:p>
      </dgm:t>
    </dgm:pt>
    <dgm:pt modelId="{32970616-13B5-4BE8-8673-B7931C6321F3}">
      <dgm:prSet custT="1"/>
      <dgm:spPr/>
      <dgm:t xml:space="preserve">
        <a:bodyPr/>
        <a:lstStyle/>
        <a:p>
          <a:pPr>
            <a:defRPr b="1"/>
          </a:pPr>
          <a:r>
            <a:rPr lang="en-US" sz="2400"/>
            <a:t>What is the hypothesis?</a:t>
          </a:r>
        </a:p>
      </dgm:t>
    </dgm:pt>
    <dgm:pt modelId="{0EE4C9D4-FD29-4F36-976A-BEF0FBEF70F8}" type="parTrans" cxnId="{528FDE78-BEF5-4D28-9D5D-440AAC9A5FCA}">
      <dgm:prSet/>
      <dgm:spPr/>
      <dgm:t xml:space="preserve">
        <a:bodyPr/>
        <a:lstStyle/>
        <a:p>
          <a:endParaRPr lang="en-US" sz="2800"/>
        </a:p>
      </dgm:t>
    </dgm:pt>
    <dgm:pt modelId="{10553941-DBED-42A3-86F6-A371824A70EB}" type="sibTrans" cxnId="{528FDE78-BEF5-4D28-9D5D-440AAC9A5FCA}">
      <dgm:prSet/>
      <dgm:spPr/>
      <dgm:t xml:space="preserve">
        <a:bodyPr/>
        <a:lstStyle/>
        <a:p>
          <a:endParaRPr lang="en-US" sz="2800"/>
        </a:p>
      </dgm:t>
    </dgm:pt>
    <dgm:pt modelId="{0E3B3265-9D32-4C60-A0E8-34363397A7B1}">
      <dgm:prSet custT="1"/>
      <dgm:spPr/>
      <dgm:t xml:space="preserve">
        <a:bodyPr/>
        <a:lstStyle/>
        <a:p>
          <a:r>
            <a:rPr lang="en-US" sz="1800"/>
            <a:t>Bee decline may be linked to extreme heat, drought, or pesticide spraying.</a:t>
          </a:r>
        </a:p>
      </dgm:t>
    </dgm:pt>
    <dgm:pt modelId="{5A1F4887-B858-4585-9563-4D4696FEAF52}" type="parTrans" cxnId="{262FAC41-1A44-4987-848A-E83486B0D22C}">
      <dgm:prSet/>
      <dgm:spPr/>
      <dgm:t xml:space="preserve">
        <a:bodyPr/>
        <a:lstStyle/>
        <a:p>
          <a:endParaRPr lang="en-US" sz="2800"/>
        </a:p>
      </dgm:t>
    </dgm:pt>
    <dgm:pt modelId="{2513DBBC-BAA9-49B5-8D8C-BF0B95C1792E}" type="sibTrans" cxnId="{262FAC41-1A44-4987-848A-E83486B0D22C}">
      <dgm:prSet/>
      <dgm:spPr/>
      <dgm:t xml:space="preserve">
        <a:bodyPr/>
        <a:lstStyle/>
        <a:p>
          <a:endParaRPr lang="en-US" sz="2800"/>
        </a:p>
      </dgm:t>
    </dgm:pt>
    <dgm:pt modelId="{1592A06E-FA24-4749-BBD9-8ECBFEE68D41}">
      <dgm:prSet custT="1"/>
      <dgm:spPr/>
      <dgm:t xml:space="preserve">
        <a:bodyPr/>
        <a:lstStyle/>
        <a:p>
          <a:pPr>
            <a:defRPr b="1"/>
          </a:pPr>
          <a:r>
            <a:rPr lang="en-US" sz="2400"/>
            <a:t>What does a solution look like?</a:t>
          </a:r>
        </a:p>
      </dgm:t>
    </dgm:pt>
    <dgm:pt modelId="{FAD729A7-5139-4ADC-AA55-7F06ADB64065}" type="parTrans" cxnId="{8A5C886C-D862-44CD-A97E-90193B769C14}">
      <dgm:prSet/>
      <dgm:spPr/>
      <dgm:t xml:space="preserve">
        <a:bodyPr/>
        <a:lstStyle/>
        <a:p>
          <a:endParaRPr lang="en-US" sz="2800"/>
        </a:p>
      </dgm:t>
    </dgm:pt>
    <dgm:pt modelId="{EB223EEC-D608-4763-B26E-56659BAF3CB8}" type="sibTrans" cxnId="{8A5C886C-D862-44CD-A97E-90193B769C14}">
      <dgm:prSet/>
      <dgm:spPr/>
      <dgm:t xml:space="preserve">
        <a:bodyPr/>
        <a:lstStyle/>
        <a:p>
          <a:endParaRPr lang="en-US" sz="2800"/>
        </a:p>
      </dgm:t>
    </dgm:pt>
    <dgm:pt modelId="{8C29B905-87C7-4088-B1AF-4EEC253E03B9}">
      <dgm:prSet custT="1"/>
      <dgm:spPr/>
      <dgm:t xml:space="preserve">
        <a:bodyPr/>
        <a:lstStyle/>
        <a:p>
          <a:r>
            <a:rPr lang="en-US" sz="1800"/>
            <a:t>Finding patterns—such as drops in bee counts after heatwaves, low rainfall, or pesticide use—could reveal a cause.</a:t>
          </a:r>
        </a:p>
      </dgm:t>
    </dgm:pt>
    <dgm:pt modelId="{799DD29E-1E5A-45B2-B07D-1DF949B5AB62}" type="parTrans" cxnId="{D1A56FA0-E6A6-4C92-8832-D402734BF090}">
      <dgm:prSet/>
      <dgm:spPr/>
      <dgm:t xml:space="preserve">
        <a:bodyPr/>
        <a:lstStyle/>
        <a:p>
          <a:endParaRPr lang="en-US" sz="2800"/>
        </a:p>
      </dgm:t>
    </dgm:pt>
    <dgm:pt modelId="{9759D690-103D-4E46-B731-F8AA14994377}" type="sibTrans" cxnId="{D1A56FA0-E6A6-4C92-8832-D402734BF090}">
      <dgm:prSet/>
      <dgm:spPr/>
      <dgm:t xml:space="preserve">
        <a:bodyPr/>
        <a:lstStyle/>
        <a:p>
          <a:endParaRPr lang="en-US" sz="2800"/>
        </a:p>
      </dgm:t>
    </dgm:pt>
    <dgm:pt modelId="{E1E0259A-716C-4913-8616-0EBB3440503E}" type="pres">
      <dgm:prSet presAssocID="{6FC953E9-4D19-4948-B73D-C6F3F5CBAE29}" presName="root" presStyleCnt="0">
        <dgm:presLayoutVars>
          <dgm:dir/>
          <dgm:resizeHandles val="exact"/>
        </dgm:presLayoutVars>
      </dgm:prSet>
      <dgm:spPr/>
    </dgm:pt>
    <dgm:pt modelId="{43E910C8-6425-4B4A-8973-BD3697BD9CCE}" type="pres">
      <dgm:prSet presAssocID="{B21AA8DB-9D05-4CFF-B5EE-85E2C6B4316F}" presName="compNode" presStyleCnt="0"/>
      <dgm:spPr/>
    </dgm:pt>
    <dgm:pt modelId="{524D17DF-F20F-4B11-844E-E7347766DFF5}" type="pres">
      <dgm:prSet presAssocID="{B21AA8DB-9D05-4CFF-B5EE-85E2C6B4316F}"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ug spray"/>
        </a:ext>
      </dgm:extLst>
    </dgm:pt>
    <dgm:pt modelId="{697498B8-F1D8-428F-B17E-ED473E644CF6}" type="pres">
      <dgm:prSet presAssocID="{B21AA8DB-9D05-4CFF-B5EE-85E2C6B4316F}" presName="iconSpace" presStyleCnt="0"/>
      <dgm:spPr/>
    </dgm:pt>
    <dgm:pt modelId="{44CD9B8A-A2D7-4A37-8735-EC4F009E6CB8}" type="pres">
      <dgm:prSet presAssocID="{B21AA8DB-9D05-4CFF-B5EE-85E2C6B4316F}" presName="parTx" presStyleLbl="revTx" presStyleIdx="0" presStyleCnt="6">
        <dgm:presLayoutVars>
          <dgm:chMax val="0"/>
          <dgm:chPref val="0"/>
        </dgm:presLayoutVars>
      </dgm:prSet>
      <dgm:spPr/>
    </dgm:pt>
    <dgm:pt modelId="{A63901B5-449A-4F74-BBCE-BA33F25049F1}" type="pres">
      <dgm:prSet presAssocID="{B21AA8DB-9D05-4CFF-B5EE-85E2C6B4316F}" presName="txSpace" presStyleCnt="0"/>
      <dgm:spPr/>
    </dgm:pt>
    <dgm:pt modelId="{08AF780F-FC79-403D-A2B3-A080FD952565}" type="pres">
      <dgm:prSet presAssocID="{B21AA8DB-9D05-4CFF-B5EE-85E2C6B4316F}" presName="desTx" presStyleLbl="revTx" presStyleIdx="1" presStyleCnt="6">
        <dgm:presLayoutVars/>
      </dgm:prSet>
      <dgm:spPr/>
    </dgm:pt>
    <dgm:pt modelId="{6370BDEA-C780-4A0F-8752-82E0F43D2F3F}" type="pres">
      <dgm:prSet presAssocID="{A001A761-7B51-4BD7-8601-BA8AD66D4108}" presName="sibTrans" presStyleCnt="0"/>
      <dgm:spPr/>
    </dgm:pt>
    <dgm:pt modelId="{24EC074C-65C6-4ADB-8D45-F0B2AD8AD0F3}" type="pres">
      <dgm:prSet presAssocID="{32970616-13B5-4BE8-8673-B7931C6321F3}" presName="compNode" presStyleCnt="0"/>
      <dgm:spPr/>
    </dgm:pt>
    <dgm:pt modelId="{90A90C00-0BD6-4694-A436-C806CFBBA6E7}" type="pres">
      <dgm:prSet presAssocID="{32970616-13B5-4BE8-8673-B7931C6321F3}"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asshopper"/>
        </a:ext>
      </dgm:extLst>
    </dgm:pt>
    <dgm:pt modelId="{9A42222C-5480-430E-9E0D-B78C7EEDF49F}" type="pres">
      <dgm:prSet presAssocID="{32970616-13B5-4BE8-8673-B7931C6321F3}" presName="iconSpace" presStyleCnt="0"/>
      <dgm:spPr/>
    </dgm:pt>
    <dgm:pt modelId="{14017212-224F-4F09-B5C5-922C46458187}" type="pres">
      <dgm:prSet presAssocID="{32970616-13B5-4BE8-8673-B7931C6321F3}" presName="parTx" presStyleLbl="revTx" presStyleIdx="2" presStyleCnt="6">
        <dgm:presLayoutVars>
          <dgm:chMax val="0"/>
          <dgm:chPref val="0"/>
        </dgm:presLayoutVars>
      </dgm:prSet>
      <dgm:spPr/>
    </dgm:pt>
    <dgm:pt modelId="{48866BD5-F142-4B8B-8C07-B19695BFF6C9}" type="pres">
      <dgm:prSet presAssocID="{32970616-13B5-4BE8-8673-B7931C6321F3}" presName="txSpace" presStyleCnt="0"/>
      <dgm:spPr/>
    </dgm:pt>
    <dgm:pt modelId="{4916156B-5BA7-402B-9185-E0DCDFD29561}" type="pres">
      <dgm:prSet presAssocID="{32970616-13B5-4BE8-8673-B7931C6321F3}" presName="desTx" presStyleLbl="revTx" presStyleIdx="3" presStyleCnt="6">
        <dgm:presLayoutVars/>
      </dgm:prSet>
      <dgm:spPr/>
    </dgm:pt>
    <dgm:pt modelId="{0394F1DB-397F-486A-AF36-DB8AFD87AED4}" type="pres">
      <dgm:prSet presAssocID="{10553941-DBED-42A3-86F6-A371824A70EB}" presName="sibTrans" presStyleCnt="0"/>
      <dgm:spPr/>
    </dgm:pt>
    <dgm:pt modelId="{BB3FA5FC-0FFB-4922-AAD4-C2DD06AF3391}" type="pres">
      <dgm:prSet presAssocID="{1592A06E-FA24-4749-BBD9-8ECBFEE68D41}" presName="compNode" presStyleCnt="0"/>
      <dgm:spPr/>
    </dgm:pt>
    <dgm:pt modelId="{7986722F-7513-432E-B152-60B9295B6979}" type="pres">
      <dgm:prSet presAssocID="{1592A06E-FA24-4749-BBD9-8ECBFEE68D41}"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ee with hive"/>
        </a:ext>
      </dgm:extLst>
    </dgm:pt>
    <dgm:pt modelId="{DCB1B97B-6657-492E-A1AA-6BC5DE0546C9}" type="pres">
      <dgm:prSet presAssocID="{1592A06E-FA24-4749-BBD9-8ECBFEE68D41}" presName="iconSpace" presStyleCnt="0"/>
      <dgm:spPr/>
    </dgm:pt>
    <dgm:pt modelId="{96BD135A-4842-4514-9E72-5C025BEB7798}" type="pres">
      <dgm:prSet presAssocID="{1592A06E-FA24-4749-BBD9-8ECBFEE68D41}" presName="parTx" presStyleLbl="revTx" presStyleIdx="4" presStyleCnt="6">
        <dgm:presLayoutVars>
          <dgm:chMax val="0"/>
          <dgm:chPref val="0"/>
        </dgm:presLayoutVars>
      </dgm:prSet>
      <dgm:spPr/>
    </dgm:pt>
    <dgm:pt modelId="{EC4A8AB3-CBE7-4F92-9DCB-96D1E05E5B0F}" type="pres">
      <dgm:prSet presAssocID="{1592A06E-FA24-4749-BBD9-8ECBFEE68D41}" presName="txSpace" presStyleCnt="0"/>
      <dgm:spPr/>
    </dgm:pt>
    <dgm:pt modelId="{0EF9C44B-9EB9-4CB4-9912-473B0D10FFEB}" type="pres">
      <dgm:prSet presAssocID="{1592A06E-FA24-4749-BBD9-8ECBFEE68D41}" presName="desTx" presStyleLbl="revTx" presStyleIdx="5" presStyleCnt="6">
        <dgm:presLayoutVars/>
      </dgm:prSet>
      <dgm:spPr/>
    </dgm:pt>
  </dgm:ptLst>
  <dgm:cxnLst>
    <dgm:cxn modelId="{A2CF3F24-4A07-42C4-B66D-D33AB350AFE6}" type="presOf" srcId="{1592A06E-FA24-4749-BBD9-8ECBFEE68D41}" destId="{96BD135A-4842-4514-9E72-5C025BEB7798}" srcOrd="0" destOrd="0" presId="urn:microsoft.com/office/officeart/2018/5/layout/CenteredIconLabelDescriptionList"/>
    <dgm:cxn modelId="{C49B132C-EA2F-48E9-8917-F0D8B9085A73}" type="presOf" srcId="{8C29B905-87C7-4088-B1AF-4EEC253E03B9}" destId="{0EF9C44B-9EB9-4CB4-9912-473B0D10FFEB}" srcOrd="0" destOrd="0" presId="urn:microsoft.com/office/officeart/2018/5/layout/CenteredIconLabelDescriptionList"/>
    <dgm:cxn modelId="{980C9239-9830-49AF-9A22-6F1EA904F33A}" type="presOf" srcId="{B21AA8DB-9D05-4CFF-B5EE-85E2C6B4316F}" destId="{44CD9B8A-A2D7-4A37-8735-EC4F009E6CB8}" srcOrd="0" destOrd="0" presId="urn:microsoft.com/office/officeart/2018/5/layout/CenteredIconLabelDescriptionList"/>
    <dgm:cxn modelId="{262FAC41-1A44-4987-848A-E83486B0D22C}" srcId="{32970616-13B5-4BE8-8673-B7931C6321F3}" destId="{0E3B3265-9D32-4C60-A0E8-34363397A7B1}" srcOrd="0" destOrd="0" parTransId="{5A1F4887-B858-4585-9563-4D4696FEAF52}" sibTransId="{2513DBBC-BAA9-49B5-8D8C-BF0B95C1792E}"/>
    <dgm:cxn modelId="{8A5C886C-D862-44CD-A97E-90193B769C14}" srcId="{6FC953E9-4D19-4948-B73D-C6F3F5CBAE29}" destId="{1592A06E-FA24-4749-BBD9-8ECBFEE68D41}" srcOrd="2" destOrd="0" parTransId="{FAD729A7-5139-4ADC-AA55-7F06ADB64065}" sibTransId="{EB223EEC-D608-4763-B26E-56659BAF3CB8}"/>
    <dgm:cxn modelId="{5654E66C-D7BE-4DBC-B2D4-75D6BEF4B51A}" type="presOf" srcId="{32970616-13B5-4BE8-8673-B7931C6321F3}" destId="{14017212-224F-4F09-B5C5-922C46458187}" srcOrd="0" destOrd="0" presId="urn:microsoft.com/office/officeart/2018/5/layout/CenteredIconLabelDescriptionList"/>
    <dgm:cxn modelId="{528FDE78-BEF5-4D28-9D5D-440AAC9A5FCA}" srcId="{6FC953E9-4D19-4948-B73D-C6F3F5CBAE29}" destId="{32970616-13B5-4BE8-8673-B7931C6321F3}" srcOrd="1" destOrd="0" parTransId="{0EE4C9D4-FD29-4F36-976A-BEF0FBEF70F8}" sibTransId="{10553941-DBED-42A3-86F6-A371824A70EB}"/>
    <dgm:cxn modelId="{3FACCB8A-3F94-4EA0-8EED-8AFC892C7670}" type="presOf" srcId="{0E3B3265-9D32-4C60-A0E8-34363397A7B1}" destId="{4916156B-5BA7-402B-9185-E0DCDFD29561}" srcOrd="0" destOrd="0" presId="urn:microsoft.com/office/officeart/2018/5/layout/CenteredIconLabelDescriptionList"/>
    <dgm:cxn modelId="{D1A56FA0-E6A6-4C92-8832-D402734BF090}" srcId="{1592A06E-FA24-4749-BBD9-8ECBFEE68D41}" destId="{8C29B905-87C7-4088-B1AF-4EEC253E03B9}" srcOrd="0" destOrd="0" parTransId="{799DD29E-1E5A-45B2-B07D-1DF949B5AB62}" sibTransId="{9759D690-103D-4E46-B731-F8AA14994377}"/>
    <dgm:cxn modelId="{044F00B3-BBFF-4FEF-9CEA-1033775D1CD3}" type="presOf" srcId="{6FC953E9-4D19-4948-B73D-C6F3F5CBAE29}" destId="{E1E0259A-716C-4913-8616-0EBB3440503E}" srcOrd="0" destOrd="0" presId="urn:microsoft.com/office/officeart/2018/5/layout/CenteredIconLabelDescriptionList"/>
    <dgm:cxn modelId="{0EF420CB-DFD8-4F0B-9C2D-B88A875A8EDD}" type="presOf" srcId="{96F50319-7A09-4CE6-8EE1-23395A6D9F49}" destId="{08AF780F-FC79-403D-A2B3-A080FD952565}" srcOrd="0" destOrd="0" presId="urn:microsoft.com/office/officeart/2018/5/layout/CenteredIconLabelDescriptionList"/>
    <dgm:cxn modelId="{B68A29CE-D0B4-4556-8689-85FA825C804D}" srcId="{B21AA8DB-9D05-4CFF-B5EE-85E2C6B4316F}" destId="{96F50319-7A09-4CE6-8EE1-23395A6D9F49}" srcOrd="0" destOrd="0" parTransId="{840D8BBA-FB21-4452-832F-435BE555B4B3}" sibTransId="{9462BE69-C8F8-4302-B3CD-B7B4ED47B986}"/>
    <dgm:cxn modelId="{7F19F6F2-72A0-4A0D-BBB0-29B623073902}" srcId="{6FC953E9-4D19-4948-B73D-C6F3F5CBAE29}" destId="{B21AA8DB-9D05-4CFF-B5EE-85E2C6B4316F}" srcOrd="0" destOrd="0" parTransId="{F4F6B07A-BD93-44D1-B95D-D6DAAAC99858}" sibTransId="{A001A761-7B51-4BD7-8601-BA8AD66D4108}"/>
    <dgm:cxn modelId="{153CEF0E-4536-4021-AAC1-596E8B636A76}" type="presParOf" srcId="{E1E0259A-716C-4913-8616-0EBB3440503E}" destId="{43E910C8-6425-4B4A-8973-BD3697BD9CCE}" srcOrd="0" destOrd="0" presId="urn:microsoft.com/office/officeart/2018/5/layout/CenteredIconLabelDescriptionList"/>
    <dgm:cxn modelId="{9862EA9C-7B00-49C5-88E8-C435EE05CD24}" type="presParOf" srcId="{43E910C8-6425-4B4A-8973-BD3697BD9CCE}" destId="{524D17DF-F20F-4B11-844E-E7347766DFF5}" srcOrd="0" destOrd="0" presId="urn:microsoft.com/office/officeart/2018/5/layout/CenteredIconLabelDescriptionList"/>
    <dgm:cxn modelId="{C97949F6-9621-41FA-9A75-94CF416BDF89}" type="presParOf" srcId="{43E910C8-6425-4B4A-8973-BD3697BD9CCE}" destId="{697498B8-F1D8-428F-B17E-ED473E644CF6}" srcOrd="1" destOrd="0" presId="urn:microsoft.com/office/officeart/2018/5/layout/CenteredIconLabelDescriptionList"/>
    <dgm:cxn modelId="{DB8C3DDD-71A5-40E0-9C8E-9B8382DAA8DA}" type="presParOf" srcId="{43E910C8-6425-4B4A-8973-BD3697BD9CCE}" destId="{44CD9B8A-A2D7-4A37-8735-EC4F009E6CB8}" srcOrd="2" destOrd="0" presId="urn:microsoft.com/office/officeart/2018/5/layout/CenteredIconLabelDescriptionList"/>
    <dgm:cxn modelId="{539B61CE-EB66-461D-88D7-A46369799BEE}" type="presParOf" srcId="{43E910C8-6425-4B4A-8973-BD3697BD9CCE}" destId="{A63901B5-449A-4F74-BBCE-BA33F25049F1}" srcOrd="3" destOrd="0" presId="urn:microsoft.com/office/officeart/2018/5/layout/CenteredIconLabelDescriptionList"/>
    <dgm:cxn modelId="{0E6C7BFD-39C1-4249-B9AE-66418157744A}" type="presParOf" srcId="{43E910C8-6425-4B4A-8973-BD3697BD9CCE}" destId="{08AF780F-FC79-403D-A2B3-A080FD952565}" srcOrd="4" destOrd="0" presId="urn:microsoft.com/office/officeart/2018/5/layout/CenteredIconLabelDescriptionList"/>
    <dgm:cxn modelId="{CEDCDF63-2FBA-40FD-86C1-E1BB970DF9F9}" type="presParOf" srcId="{E1E0259A-716C-4913-8616-0EBB3440503E}" destId="{6370BDEA-C780-4A0F-8752-82E0F43D2F3F}" srcOrd="1" destOrd="0" presId="urn:microsoft.com/office/officeart/2018/5/layout/CenteredIconLabelDescriptionList"/>
    <dgm:cxn modelId="{8A153B03-1CEC-4714-97CF-DD19189C564C}" type="presParOf" srcId="{E1E0259A-716C-4913-8616-0EBB3440503E}" destId="{24EC074C-65C6-4ADB-8D45-F0B2AD8AD0F3}" srcOrd="2" destOrd="0" presId="urn:microsoft.com/office/officeart/2018/5/layout/CenteredIconLabelDescriptionList"/>
    <dgm:cxn modelId="{C03B38D2-DC9F-44AF-94A0-8D4DC8770B4B}" type="presParOf" srcId="{24EC074C-65C6-4ADB-8D45-F0B2AD8AD0F3}" destId="{90A90C00-0BD6-4694-A436-C806CFBBA6E7}" srcOrd="0" destOrd="0" presId="urn:microsoft.com/office/officeart/2018/5/layout/CenteredIconLabelDescriptionList"/>
    <dgm:cxn modelId="{A4744322-0982-4E93-8B11-6D48222B4410}" type="presParOf" srcId="{24EC074C-65C6-4ADB-8D45-F0B2AD8AD0F3}" destId="{9A42222C-5480-430E-9E0D-B78C7EEDF49F}" srcOrd="1" destOrd="0" presId="urn:microsoft.com/office/officeart/2018/5/layout/CenteredIconLabelDescriptionList"/>
    <dgm:cxn modelId="{D563CFD7-9435-4EAE-B759-AE6F63600EDF}" type="presParOf" srcId="{24EC074C-65C6-4ADB-8D45-F0B2AD8AD0F3}" destId="{14017212-224F-4F09-B5C5-922C46458187}" srcOrd="2" destOrd="0" presId="urn:microsoft.com/office/officeart/2018/5/layout/CenteredIconLabelDescriptionList"/>
    <dgm:cxn modelId="{0BE2E993-03BB-4094-8338-22129B9ED199}" type="presParOf" srcId="{24EC074C-65C6-4ADB-8D45-F0B2AD8AD0F3}" destId="{48866BD5-F142-4B8B-8C07-B19695BFF6C9}" srcOrd="3" destOrd="0" presId="urn:microsoft.com/office/officeart/2018/5/layout/CenteredIconLabelDescriptionList"/>
    <dgm:cxn modelId="{CDA12C8E-72DA-4804-A813-4FFDFE5D44FC}" type="presParOf" srcId="{24EC074C-65C6-4ADB-8D45-F0B2AD8AD0F3}" destId="{4916156B-5BA7-402B-9185-E0DCDFD29561}" srcOrd="4" destOrd="0" presId="urn:microsoft.com/office/officeart/2018/5/layout/CenteredIconLabelDescriptionList"/>
    <dgm:cxn modelId="{FAAA1BD1-94FF-4E4A-91FE-68218047357B}" type="presParOf" srcId="{E1E0259A-716C-4913-8616-0EBB3440503E}" destId="{0394F1DB-397F-486A-AF36-DB8AFD87AED4}" srcOrd="3" destOrd="0" presId="urn:microsoft.com/office/officeart/2018/5/layout/CenteredIconLabelDescriptionList"/>
    <dgm:cxn modelId="{714112EC-B64A-470B-9C1D-62E09C0DAA64}" type="presParOf" srcId="{E1E0259A-716C-4913-8616-0EBB3440503E}" destId="{BB3FA5FC-0FFB-4922-AAD4-C2DD06AF3391}" srcOrd="4" destOrd="0" presId="urn:microsoft.com/office/officeart/2018/5/layout/CenteredIconLabelDescriptionList"/>
    <dgm:cxn modelId="{058A078D-D969-4879-87E4-8CDE03C2B3B5}" type="presParOf" srcId="{BB3FA5FC-0FFB-4922-AAD4-C2DD06AF3391}" destId="{7986722F-7513-432E-B152-60B9295B6979}" srcOrd="0" destOrd="0" presId="urn:microsoft.com/office/officeart/2018/5/layout/CenteredIconLabelDescriptionList"/>
    <dgm:cxn modelId="{09CDE2E9-FDB5-4ACF-8B89-FF18D7312618}" type="presParOf" srcId="{BB3FA5FC-0FFB-4922-AAD4-C2DD06AF3391}" destId="{DCB1B97B-6657-492E-A1AA-6BC5DE0546C9}" srcOrd="1" destOrd="0" presId="urn:microsoft.com/office/officeart/2018/5/layout/CenteredIconLabelDescriptionList"/>
    <dgm:cxn modelId="{236121A4-32F0-4C66-8157-276D8A81EA02}" type="presParOf" srcId="{BB3FA5FC-0FFB-4922-AAD4-C2DD06AF3391}" destId="{96BD135A-4842-4514-9E72-5C025BEB7798}" srcOrd="2" destOrd="0" presId="urn:microsoft.com/office/officeart/2018/5/layout/CenteredIconLabelDescriptionList"/>
    <dgm:cxn modelId="{26D85453-4C8F-497C-B31C-CA1A347C694C}" type="presParOf" srcId="{BB3FA5FC-0FFB-4922-AAD4-C2DD06AF3391}" destId="{EC4A8AB3-CBE7-4F92-9DCB-96D1E05E5B0F}" srcOrd="3" destOrd="0" presId="urn:microsoft.com/office/officeart/2018/5/layout/CenteredIconLabelDescriptionList"/>
    <dgm:cxn modelId="{FF5ACAC6-27BB-4D70-973B-561BD5E0A78D}" type="presParOf" srcId="{BB3FA5FC-0FFB-4922-AAD4-C2DD06AF3391}" destId="{0EF9C44B-9EB9-4CB4-9912-473B0D10FFEB}"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D0C1A4C-3C20-4CC5-8A41-8E20488DAA8C}" type="doc">
      <dgm:prSet loTypeId="urn:microsoft.com/office/officeart/2018/2/layout/IconVerticalSolidList" loCatId="icon" qsTypeId="urn:microsoft.com/office/officeart/2005/8/quickstyle/simple1" qsCatId="simple" csTypeId="urn:microsoft.com/office/officeart/2005/8/colors/accent2_2" csCatId="accent2" phldr="1"/>
      <dgm:spPr/>
      <dgm:t xml:space="preserve">
        <a:bodyPr/>
        <a:lstStyle/>
        <a:p>
          <a:endParaRPr lang="en-US"/>
        </a:p>
      </dgm:t>
    </dgm:pt>
    <dgm:pt modelId="{1E3AAFCC-8049-4C7C-B95F-0129275D9913}">
      <dgm:prSet/>
      <dgm:spPr/>
      <dgm:t xml:space="preserve">
        <a:bodyPr/>
        <a:lstStyle/>
        <a:p>
          <a:r>
            <a:rPr lang="en-US"/>
            <a:t>Gather and Inspect Data</a:t>
          </a:r>
        </a:p>
      </dgm:t>
    </dgm:pt>
    <dgm:pt modelId="{B612DD55-BB2A-4AF6-B69B-2344FDEE1986}" type="parTrans" cxnId="{711B703F-F539-41A7-A00E-9E2A7BA3C36F}">
      <dgm:prSet/>
      <dgm:spPr/>
      <dgm:t xml:space="preserve">
        <a:bodyPr/>
        <a:lstStyle/>
        <a:p>
          <a:endParaRPr lang="en-US"/>
        </a:p>
      </dgm:t>
    </dgm:pt>
    <dgm:pt modelId="{053B7187-8A5D-4538-B463-78AFE3190CAE}" type="sibTrans" cxnId="{711B703F-F539-41A7-A00E-9E2A7BA3C36F}">
      <dgm:prSet/>
      <dgm:spPr/>
      <dgm:t xml:space="preserve">
        <a:bodyPr/>
        <a:lstStyle/>
        <a:p>
          <a:endParaRPr lang="en-US"/>
        </a:p>
      </dgm:t>
    </dgm:pt>
    <dgm:pt modelId="{2CE7C896-D083-45A2-A120-03520B087256}">
      <dgm:prSet/>
      <dgm:spPr/>
      <dgm:t xml:space="preserve">
        <a:bodyPr/>
        <a:lstStyle/>
        <a:p>
          <a:r>
            <a:rPr lang="en-US"/>
            <a:t>Load datasets and perform initial inspection.</a:t>
          </a:r>
        </a:p>
      </dgm:t>
    </dgm:pt>
    <dgm:pt modelId="{A39E04E7-8DE7-4F21-8B1D-A2BB5FAF9F97}" type="parTrans" cxnId="{92EDBD55-27FD-4968-BF20-B5932EF90BCC}">
      <dgm:prSet/>
      <dgm:spPr/>
      <dgm:t xml:space="preserve">
        <a:bodyPr/>
        <a:lstStyle/>
        <a:p>
          <a:endParaRPr lang="en-US"/>
        </a:p>
      </dgm:t>
    </dgm:pt>
    <dgm:pt modelId="{51E14606-9DD9-4157-BB00-AB97914769BF}" type="sibTrans" cxnId="{92EDBD55-27FD-4968-BF20-B5932EF90BCC}">
      <dgm:prSet/>
      <dgm:spPr/>
      <dgm:t xml:space="preserve">
        <a:bodyPr/>
        <a:lstStyle/>
        <a:p>
          <a:endParaRPr lang="en-US"/>
        </a:p>
      </dgm:t>
    </dgm:pt>
    <dgm:pt modelId="{E794877A-7AA2-4D2A-A12A-4FCF2BA66B43}">
      <dgm:prSet/>
      <dgm:spPr/>
      <dgm:t xml:space="preserve">
        <a:bodyPr/>
        <a:lstStyle/>
        <a:p>
          <a:r>
            <a:rPr lang="en-US" dirty="0"/>
            <a:t>Combine Datasets</a:t>
          </a:r>
        </a:p>
      </dgm:t>
    </dgm:pt>
    <dgm:pt modelId="{8F5DF249-E64F-4DF0-A360-B4D3731649B0}" type="parTrans" cxnId="{3476D5DF-8142-4C09-99AC-D8BAFF412FCB}">
      <dgm:prSet/>
      <dgm:spPr/>
      <dgm:t xml:space="preserve">
        <a:bodyPr/>
        <a:lstStyle/>
        <a:p>
          <a:endParaRPr lang="en-US"/>
        </a:p>
      </dgm:t>
    </dgm:pt>
    <dgm:pt modelId="{1A90A223-663A-41FE-8A4B-10643419E983}" type="sibTrans" cxnId="{3476D5DF-8142-4C09-99AC-D8BAFF412FCB}">
      <dgm:prSet/>
      <dgm:spPr/>
      <dgm:t xml:space="preserve">
        <a:bodyPr/>
        <a:lstStyle/>
        <a:p>
          <a:endParaRPr lang="en-US"/>
        </a:p>
      </dgm:t>
    </dgm:pt>
    <dgm:pt modelId="{075D356E-6572-4D77-9216-BB2068804887}">
      <dgm:prSet/>
      <dgm:spPr/>
      <dgm:t xml:space="preserve">
        <a:bodyPr/>
        <a:lstStyle/>
        <a:p>
          <a:r>
            <a:rPr lang="en-US"/>
            <a:t>Merge bee counts with weather data by date.</a:t>
          </a:r>
        </a:p>
      </dgm:t>
    </dgm:pt>
    <dgm:pt modelId="{A1E03077-971A-4AB6-871E-A279628DB44E}" type="parTrans" cxnId="{B6127829-EFAD-4DE2-B803-B6B79E2A5B5D}">
      <dgm:prSet/>
      <dgm:spPr/>
      <dgm:t xml:space="preserve">
        <a:bodyPr/>
        <a:lstStyle/>
        <a:p>
          <a:endParaRPr lang="en-US"/>
        </a:p>
      </dgm:t>
    </dgm:pt>
    <dgm:pt modelId="{82AEBC15-9409-44F5-A0F8-D556F22FD6F7}" type="sibTrans" cxnId="{B6127829-EFAD-4DE2-B803-B6B79E2A5B5D}">
      <dgm:prSet/>
      <dgm:spPr/>
      <dgm:t xml:space="preserve">
        <a:bodyPr/>
        <a:lstStyle/>
        <a:p>
          <a:endParaRPr lang="en-US"/>
        </a:p>
      </dgm:t>
    </dgm:pt>
    <dgm:pt modelId="{26130E1C-15F7-4160-A098-E71B6A715E08}">
      <dgm:prSet/>
      <dgm:spPr/>
      <dgm:t xml:space="preserve">
        <a:bodyPr/>
        <a:lstStyle/>
        <a:p>
          <a:r>
            <a:rPr lang="en-US"/>
            <a:t>Interpret Findings</a:t>
          </a:r>
        </a:p>
      </dgm:t>
    </dgm:pt>
    <dgm:pt modelId="{FE58234B-3C7F-4EE9-AC84-97A784F5838C}" type="parTrans" cxnId="{13FD20DE-B1E4-4D31-8CCB-4BBBB10C2333}">
      <dgm:prSet/>
      <dgm:spPr/>
      <dgm:t xml:space="preserve">
        <a:bodyPr/>
        <a:lstStyle/>
        <a:p>
          <a:endParaRPr lang="en-US"/>
        </a:p>
      </dgm:t>
    </dgm:pt>
    <dgm:pt modelId="{C8A1264D-7374-4E99-8081-9086F9A300A1}" type="sibTrans" cxnId="{13FD20DE-B1E4-4D31-8CCB-4BBBB10C2333}">
      <dgm:prSet/>
      <dgm:spPr/>
      <dgm:t xml:space="preserve">
        <a:bodyPr/>
        <a:lstStyle/>
        <a:p>
          <a:endParaRPr lang="en-US"/>
        </a:p>
      </dgm:t>
    </dgm:pt>
    <dgm:pt modelId="{E21F9000-F2E9-4B05-A957-9BF45E207BF9}">
      <dgm:prSet/>
      <dgm:spPr/>
      <dgm:t xml:space="preserve">
        <a:bodyPr/>
        <a:lstStyle/>
        <a:p>
          <a:r>
            <a:rPr lang="en-US"/>
            <a:t>Draw conclusions based on evidence.</a:t>
          </a:r>
        </a:p>
      </dgm:t>
    </dgm:pt>
    <dgm:pt modelId="{A13BBD06-D343-461A-8FEB-E1EF492998A2}" type="parTrans" cxnId="{93A7F3B3-92E1-4DE4-A829-295869BE9605}">
      <dgm:prSet/>
      <dgm:spPr/>
      <dgm:t xml:space="preserve">
        <a:bodyPr/>
        <a:lstStyle/>
        <a:p>
          <a:endParaRPr lang="en-US"/>
        </a:p>
      </dgm:t>
    </dgm:pt>
    <dgm:pt modelId="{F24C8961-ACFA-4B3E-B39F-1F3141D8BC11}" type="sibTrans" cxnId="{93A7F3B3-92E1-4DE4-A829-295869BE9605}">
      <dgm:prSet/>
      <dgm:spPr/>
      <dgm:t xml:space="preserve">
        <a:bodyPr/>
        <a:lstStyle/>
        <a:p>
          <a:endParaRPr lang="en-US"/>
        </a:p>
      </dgm:t>
    </dgm:pt>
    <dgm:pt modelId="{B4651CEC-49D7-4BEB-9D29-6EAC22438690}">
      <dgm:prSet/>
      <dgm:spPr/>
      <dgm:t xml:space="preserve">
        <a:bodyPr/>
        <a:lstStyle/>
        <a:p>
          <a:r>
            <a:rPr lang="en-US"/>
            <a:t>Clean the Data</a:t>
          </a:r>
        </a:p>
      </dgm:t>
    </dgm:pt>
    <dgm:pt modelId="{5B075CF6-3B30-401A-8F2B-C223B4E6760C}" type="parTrans" cxnId="{1BA00F4D-3FFB-4061-A78F-1CDB06FBCD0D}">
      <dgm:prSet/>
      <dgm:spPr/>
      <dgm:t xml:space="preserve">
        <a:bodyPr/>
        <a:lstStyle/>
        <a:p>
          <a:endParaRPr lang="en-US"/>
        </a:p>
      </dgm:t>
    </dgm:pt>
    <dgm:pt modelId="{F00A2AEB-574D-4901-B7F9-3C1FC65369CE}" type="sibTrans" cxnId="{1BA00F4D-3FFB-4061-A78F-1CDB06FBCD0D}">
      <dgm:prSet/>
      <dgm:spPr/>
      <dgm:t xml:space="preserve">
        <a:bodyPr/>
        <a:lstStyle/>
        <a:p>
          <a:endParaRPr lang="en-US"/>
        </a:p>
      </dgm:t>
    </dgm:pt>
    <dgm:pt modelId="{3DACF355-255E-4813-8B96-01583076492B}">
      <dgm:prSet/>
      <dgm:spPr/>
      <dgm:t xml:space="preserve">
        <a:bodyPr/>
        <a:lstStyle/>
        <a:p>
          <a:r>
            <a:rPr lang="en-US"/>
            <a:t>Check for missing values, outliers, and standardize formats.</a:t>
          </a:r>
        </a:p>
      </dgm:t>
    </dgm:pt>
    <dgm:pt modelId="{6D8B7012-783B-4B78-8C59-5A901FFB3687}" type="parTrans" cxnId="{BE8C685D-6685-400E-AB03-2CAA93CC9E1E}">
      <dgm:prSet/>
      <dgm:spPr/>
      <dgm:t xml:space="preserve">
        <a:bodyPr/>
        <a:lstStyle/>
        <a:p>
          <a:endParaRPr lang="en-US"/>
        </a:p>
      </dgm:t>
    </dgm:pt>
    <dgm:pt modelId="{84A5AAB0-86B9-43A7-A23C-8FA4E5FE8F73}" type="sibTrans" cxnId="{BE8C685D-6685-400E-AB03-2CAA93CC9E1E}">
      <dgm:prSet/>
      <dgm:spPr/>
      <dgm:t xml:space="preserve">
        <a:bodyPr/>
        <a:lstStyle/>
        <a:p>
          <a:endParaRPr lang="en-US"/>
        </a:p>
      </dgm:t>
    </dgm:pt>
    <dgm:pt modelId="{6A1E319A-C4ED-4AB1-BF6B-C0C7B33C3EEC}">
      <dgm:prSet/>
      <dgm:spPr/>
      <dgm:t xml:space="preserve">
        <a:bodyPr/>
        <a:lstStyle/>
        <a:p>
          <a:r>
            <a:rPr lang="en-US"/>
            <a:t>Exploratory Analysis</a:t>
          </a:r>
        </a:p>
      </dgm:t>
    </dgm:pt>
    <dgm:pt modelId="{8659035A-98A4-42C3-8893-DCF898452D01}" type="parTrans" cxnId="{2EE22831-5163-4C22-BA2F-2AC2C0AB7184}">
      <dgm:prSet/>
      <dgm:spPr/>
      <dgm:t xml:space="preserve">
        <a:bodyPr/>
        <a:lstStyle/>
        <a:p>
          <a:endParaRPr lang="en-US"/>
        </a:p>
      </dgm:t>
    </dgm:pt>
    <dgm:pt modelId="{1BD9724B-B14B-464A-94F8-F50BCDB01455}" type="sibTrans" cxnId="{2EE22831-5163-4C22-BA2F-2AC2C0AB7184}">
      <dgm:prSet/>
      <dgm:spPr/>
      <dgm:t xml:space="preserve">
        <a:bodyPr/>
        <a:lstStyle/>
        <a:p>
          <a:endParaRPr lang="en-US"/>
        </a:p>
      </dgm:t>
    </dgm:pt>
    <dgm:pt modelId="{FA80F4F2-E42C-49B8-B77D-6DD39B2F901D}">
      <dgm:prSet/>
      <dgm:spPr/>
      <dgm:t xml:space="preserve">
        <a:bodyPr/>
        <a:lstStyle/>
        <a:p>
          <a:r>
            <a:rPr lang="en-US"/>
            <a:t>Look for patterns and relationships in the data.</a:t>
          </a:r>
        </a:p>
      </dgm:t>
    </dgm:pt>
    <dgm:pt modelId="{64A9FA8E-F257-4483-9077-27877E83AB4C}" type="parTrans" cxnId="{15A5F683-0C0B-4BC1-AC82-82E6DA119A4F}">
      <dgm:prSet/>
      <dgm:spPr/>
      <dgm:t xml:space="preserve">
        <a:bodyPr/>
        <a:lstStyle/>
        <a:p>
          <a:endParaRPr lang="en-US"/>
        </a:p>
      </dgm:t>
    </dgm:pt>
    <dgm:pt modelId="{3B5C9470-5B62-4F4F-901A-FD968584318E}" type="sibTrans" cxnId="{15A5F683-0C0B-4BC1-AC82-82E6DA119A4F}">
      <dgm:prSet/>
      <dgm:spPr/>
      <dgm:t xml:space="preserve">
        <a:bodyPr/>
        <a:lstStyle/>
        <a:p>
          <a:endParaRPr lang="en-US"/>
        </a:p>
      </dgm:t>
    </dgm:pt>
    <dgm:pt modelId="{E6D0AD60-944D-4C41-9DE3-8FF2846AAE1F}" type="pres">
      <dgm:prSet presAssocID="{BD0C1A4C-3C20-4CC5-8A41-8E20488DAA8C}" presName="root" presStyleCnt="0">
        <dgm:presLayoutVars>
          <dgm:dir/>
          <dgm:resizeHandles val="exact"/>
        </dgm:presLayoutVars>
      </dgm:prSet>
      <dgm:spPr/>
    </dgm:pt>
    <dgm:pt modelId="{7B85422E-ABE1-4F67-ABAD-67A05F880259}" type="pres">
      <dgm:prSet presAssocID="{1E3AAFCC-8049-4C7C-B95F-0129275D9913}" presName="compNode" presStyleCnt="0"/>
      <dgm:spPr/>
    </dgm:pt>
    <dgm:pt modelId="{64F46E8C-6DE1-4B1B-8DB7-9B4AB95BAB8D}" type="pres">
      <dgm:prSet presAssocID="{1E3AAFCC-8049-4C7C-B95F-0129275D9913}" presName="bgRect" presStyleLbl="bgShp" presStyleIdx="0" presStyleCnt="5"/>
      <dgm:spPr/>
    </dgm:pt>
    <dgm:pt modelId="{29AED8D1-1794-48EB-A129-95244E13AB16}" type="pres">
      <dgm:prSet presAssocID="{1E3AAFCC-8049-4C7C-B95F-0129275D9913}"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atistics"/>
        </a:ext>
      </dgm:extLst>
    </dgm:pt>
    <dgm:pt modelId="{715DD681-4F4E-4D9B-9762-69CF2ACF1F26}" type="pres">
      <dgm:prSet presAssocID="{1E3AAFCC-8049-4C7C-B95F-0129275D9913}" presName="spaceRect" presStyleCnt="0"/>
      <dgm:spPr/>
    </dgm:pt>
    <dgm:pt modelId="{E7D97F32-1AF7-42CC-A2AF-72F138E7D4D1}" type="pres">
      <dgm:prSet presAssocID="{1E3AAFCC-8049-4C7C-B95F-0129275D9913}" presName="parTx" presStyleLbl="revTx" presStyleIdx="0" presStyleCnt="10">
        <dgm:presLayoutVars>
          <dgm:chMax val="0"/>
          <dgm:chPref val="0"/>
        </dgm:presLayoutVars>
      </dgm:prSet>
      <dgm:spPr/>
    </dgm:pt>
    <dgm:pt modelId="{BF6DF765-E4E5-4CD4-8B27-E81CA346661A}" type="pres">
      <dgm:prSet presAssocID="{1E3AAFCC-8049-4C7C-B95F-0129275D9913}" presName="desTx" presStyleLbl="revTx" presStyleIdx="1" presStyleCnt="10">
        <dgm:presLayoutVars/>
      </dgm:prSet>
      <dgm:spPr/>
    </dgm:pt>
    <dgm:pt modelId="{30CFE8B8-60D3-4A66-9337-9E07D757A20A}" type="pres">
      <dgm:prSet presAssocID="{053B7187-8A5D-4538-B463-78AFE3190CAE}" presName="sibTrans" presStyleCnt="0"/>
      <dgm:spPr/>
    </dgm:pt>
    <dgm:pt modelId="{41150B40-DEAD-4E0D-8958-0669277E5C14}" type="pres">
      <dgm:prSet presAssocID="{E794877A-7AA2-4D2A-A12A-4FCF2BA66B43}" presName="compNode" presStyleCnt="0"/>
      <dgm:spPr/>
    </dgm:pt>
    <dgm:pt modelId="{BC5F0BA6-6F72-47B7-B902-D2C563288CCE}" type="pres">
      <dgm:prSet presAssocID="{E794877A-7AA2-4D2A-A12A-4FCF2BA66B43}" presName="bgRect" presStyleLbl="bgShp" presStyleIdx="1" presStyleCnt="5"/>
      <dgm:spPr/>
    </dgm:pt>
    <dgm:pt modelId="{E5C1014C-787E-4952-9ACA-40E8402ADFB2}" type="pres">
      <dgm:prSet presAssocID="{E794877A-7AA2-4D2A-A12A-4FCF2BA66B43}"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ee with hive"/>
        </a:ext>
      </dgm:extLst>
    </dgm:pt>
    <dgm:pt modelId="{C3CDAEFF-9300-4D35-811B-DB934751C26E}" type="pres">
      <dgm:prSet presAssocID="{E794877A-7AA2-4D2A-A12A-4FCF2BA66B43}" presName="spaceRect" presStyleCnt="0"/>
      <dgm:spPr/>
    </dgm:pt>
    <dgm:pt modelId="{C51E4618-01F6-4074-A03A-22879A7B68F4}" type="pres">
      <dgm:prSet presAssocID="{E794877A-7AA2-4D2A-A12A-4FCF2BA66B43}" presName="parTx" presStyleLbl="revTx" presStyleIdx="2" presStyleCnt="10">
        <dgm:presLayoutVars>
          <dgm:chMax val="0"/>
          <dgm:chPref val="0"/>
        </dgm:presLayoutVars>
      </dgm:prSet>
      <dgm:spPr/>
    </dgm:pt>
    <dgm:pt modelId="{64740548-E44F-4938-A060-FFA947265F24}" type="pres">
      <dgm:prSet presAssocID="{E794877A-7AA2-4D2A-A12A-4FCF2BA66B43}" presName="desTx" presStyleLbl="revTx" presStyleIdx="3" presStyleCnt="10">
        <dgm:presLayoutVars/>
      </dgm:prSet>
      <dgm:spPr/>
    </dgm:pt>
    <dgm:pt modelId="{6273C31F-A616-4E51-AD53-DC2248B118D7}" type="pres">
      <dgm:prSet presAssocID="{1A90A223-663A-41FE-8A4B-10643419E983}" presName="sibTrans" presStyleCnt="0"/>
      <dgm:spPr/>
    </dgm:pt>
    <dgm:pt modelId="{ED7D63F2-F161-4C67-A5D5-EEE4CAF84FA9}" type="pres">
      <dgm:prSet presAssocID="{26130E1C-15F7-4160-A098-E71B6A715E08}" presName="compNode" presStyleCnt="0"/>
      <dgm:spPr/>
    </dgm:pt>
    <dgm:pt modelId="{604FF8F0-B72A-41BF-BEFF-5E198E943C37}" type="pres">
      <dgm:prSet presAssocID="{26130E1C-15F7-4160-A098-E71B6A715E08}" presName="bgRect" presStyleLbl="bgShp" presStyleIdx="2" presStyleCnt="5"/>
      <dgm:spPr/>
    </dgm:pt>
    <dgm:pt modelId="{A36138FE-8AA4-4E2D-B6A0-499018478623}" type="pres">
      <dgm:prSet presAssocID="{26130E1C-15F7-4160-A098-E71B6A715E08}"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agnifying glass"/>
        </a:ext>
      </dgm:extLst>
    </dgm:pt>
    <dgm:pt modelId="{DD18F569-A5F9-41A2-A946-301D94CA3BB5}" type="pres">
      <dgm:prSet presAssocID="{26130E1C-15F7-4160-A098-E71B6A715E08}" presName="spaceRect" presStyleCnt="0"/>
      <dgm:spPr/>
    </dgm:pt>
    <dgm:pt modelId="{0BB3609F-921E-4544-8413-6CF103171475}" type="pres">
      <dgm:prSet presAssocID="{26130E1C-15F7-4160-A098-E71B6A715E08}" presName="parTx" presStyleLbl="revTx" presStyleIdx="4" presStyleCnt="10">
        <dgm:presLayoutVars>
          <dgm:chMax val="0"/>
          <dgm:chPref val="0"/>
        </dgm:presLayoutVars>
      </dgm:prSet>
      <dgm:spPr/>
    </dgm:pt>
    <dgm:pt modelId="{4D9F1F4F-E784-4B1A-BEAB-237E7C50C0BE}" type="pres">
      <dgm:prSet presAssocID="{26130E1C-15F7-4160-A098-E71B6A715E08}" presName="desTx" presStyleLbl="revTx" presStyleIdx="5" presStyleCnt="10">
        <dgm:presLayoutVars/>
      </dgm:prSet>
      <dgm:spPr/>
    </dgm:pt>
    <dgm:pt modelId="{2FE740AA-70DC-4E0A-A31F-B0B0AC83A1F3}" type="pres">
      <dgm:prSet presAssocID="{C8A1264D-7374-4E99-8081-9086F9A300A1}" presName="sibTrans" presStyleCnt="0"/>
      <dgm:spPr/>
    </dgm:pt>
    <dgm:pt modelId="{CC3FA5E4-4311-4C4A-85DC-35754B3A75B1}" type="pres">
      <dgm:prSet presAssocID="{B4651CEC-49D7-4BEB-9D29-6EAC22438690}" presName="compNode" presStyleCnt="0"/>
      <dgm:spPr/>
    </dgm:pt>
    <dgm:pt modelId="{77BCF8C3-6A2B-4361-8D8D-AEC4402A2AFE}" type="pres">
      <dgm:prSet presAssocID="{B4651CEC-49D7-4BEB-9D29-6EAC22438690}" presName="bgRect" presStyleLbl="bgShp" presStyleIdx="3" presStyleCnt="5"/>
      <dgm:spPr/>
    </dgm:pt>
    <dgm:pt modelId="{525F9D84-CF4E-4432-835C-6C247D0B0F4C}" type="pres">
      <dgm:prSet presAssocID="{B4651CEC-49D7-4BEB-9D29-6EAC22438690}"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ce"/>
        </a:ext>
      </dgm:extLst>
    </dgm:pt>
    <dgm:pt modelId="{93C8249B-0204-432D-BCAC-31DAB1253D00}" type="pres">
      <dgm:prSet presAssocID="{B4651CEC-49D7-4BEB-9D29-6EAC22438690}" presName="spaceRect" presStyleCnt="0"/>
      <dgm:spPr/>
    </dgm:pt>
    <dgm:pt modelId="{91C4FDED-F3C6-4611-B45A-9E302004FC95}" type="pres">
      <dgm:prSet presAssocID="{B4651CEC-49D7-4BEB-9D29-6EAC22438690}" presName="parTx" presStyleLbl="revTx" presStyleIdx="6" presStyleCnt="10">
        <dgm:presLayoutVars>
          <dgm:chMax val="0"/>
          <dgm:chPref val="0"/>
        </dgm:presLayoutVars>
      </dgm:prSet>
      <dgm:spPr/>
    </dgm:pt>
    <dgm:pt modelId="{78078126-56EC-40DD-9BF1-EDB946CC4FD8}" type="pres">
      <dgm:prSet presAssocID="{B4651CEC-49D7-4BEB-9D29-6EAC22438690}" presName="desTx" presStyleLbl="revTx" presStyleIdx="7" presStyleCnt="10">
        <dgm:presLayoutVars/>
      </dgm:prSet>
      <dgm:spPr/>
    </dgm:pt>
    <dgm:pt modelId="{5B69F182-FBCB-4F55-9FCD-CF2C0148F822}" type="pres">
      <dgm:prSet presAssocID="{F00A2AEB-574D-4901-B7F9-3C1FC65369CE}" presName="sibTrans" presStyleCnt="0"/>
      <dgm:spPr/>
    </dgm:pt>
    <dgm:pt modelId="{1028AABB-C2E8-4958-B9DF-8871950AB9E8}" type="pres">
      <dgm:prSet presAssocID="{6A1E319A-C4ED-4AB1-BF6B-C0C7B33C3EEC}" presName="compNode" presStyleCnt="0"/>
      <dgm:spPr/>
    </dgm:pt>
    <dgm:pt modelId="{0E4399CA-722A-49A9-9BC6-F34FF35A8911}" type="pres">
      <dgm:prSet presAssocID="{6A1E319A-C4ED-4AB1-BF6B-C0C7B33C3EEC}" presName="bgRect" presStyleLbl="bgShp" presStyleIdx="4" presStyleCnt="5"/>
      <dgm:spPr/>
    </dgm:pt>
    <dgm:pt modelId="{0856FD6D-E592-4B09-874E-878EB8BDA9EE}" type="pres">
      <dgm:prSet presAssocID="{6A1E319A-C4ED-4AB1-BF6B-C0C7B33C3EEC}"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Research"/>
        </a:ext>
      </dgm:extLst>
    </dgm:pt>
    <dgm:pt modelId="{B1DE5DFC-FCC2-4FCA-9C57-57629A81BE35}" type="pres">
      <dgm:prSet presAssocID="{6A1E319A-C4ED-4AB1-BF6B-C0C7B33C3EEC}" presName="spaceRect" presStyleCnt="0"/>
      <dgm:spPr/>
    </dgm:pt>
    <dgm:pt modelId="{971997B4-BC12-438A-AA1C-7F1B151346E4}" type="pres">
      <dgm:prSet presAssocID="{6A1E319A-C4ED-4AB1-BF6B-C0C7B33C3EEC}" presName="parTx" presStyleLbl="revTx" presStyleIdx="8" presStyleCnt="10">
        <dgm:presLayoutVars>
          <dgm:chMax val="0"/>
          <dgm:chPref val="0"/>
        </dgm:presLayoutVars>
      </dgm:prSet>
      <dgm:spPr/>
    </dgm:pt>
    <dgm:pt modelId="{7A1611B4-4CAA-40FA-B905-080225276AD8}" type="pres">
      <dgm:prSet presAssocID="{6A1E319A-C4ED-4AB1-BF6B-C0C7B33C3EEC}" presName="desTx" presStyleLbl="revTx" presStyleIdx="9" presStyleCnt="10">
        <dgm:presLayoutVars/>
      </dgm:prSet>
      <dgm:spPr/>
    </dgm:pt>
  </dgm:ptLst>
  <dgm:cxnLst>
    <dgm:cxn modelId="{17B91806-4F80-4E95-AF97-E74E8EA4A7A9}" type="presOf" srcId="{3DACF355-255E-4813-8B96-01583076492B}" destId="{78078126-56EC-40DD-9BF1-EDB946CC4FD8}" srcOrd="0" destOrd="0" presId="urn:microsoft.com/office/officeart/2018/2/layout/IconVerticalSolidList"/>
    <dgm:cxn modelId="{EDAC8B0C-7724-437C-9349-61DBF27597D4}" type="presOf" srcId="{E794877A-7AA2-4D2A-A12A-4FCF2BA66B43}" destId="{C51E4618-01F6-4074-A03A-22879A7B68F4}" srcOrd="0" destOrd="0" presId="urn:microsoft.com/office/officeart/2018/2/layout/IconVerticalSolidList"/>
    <dgm:cxn modelId="{B6127829-EFAD-4DE2-B803-B6B79E2A5B5D}" srcId="{E794877A-7AA2-4D2A-A12A-4FCF2BA66B43}" destId="{075D356E-6572-4D77-9216-BB2068804887}" srcOrd="0" destOrd="0" parTransId="{A1E03077-971A-4AB6-871E-A279628DB44E}" sibTransId="{82AEBC15-9409-44F5-A0F8-D556F22FD6F7}"/>
    <dgm:cxn modelId="{2EE22831-5163-4C22-BA2F-2AC2C0AB7184}" srcId="{BD0C1A4C-3C20-4CC5-8A41-8E20488DAA8C}" destId="{6A1E319A-C4ED-4AB1-BF6B-C0C7B33C3EEC}" srcOrd="4" destOrd="0" parTransId="{8659035A-98A4-42C3-8893-DCF898452D01}" sibTransId="{1BD9724B-B14B-464A-94F8-F50BCDB01455}"/>
    <dgm:cxn modelId="{75BB9432-CFAB-41F6-9975-E05088039CAD}" type="presOf" srcId="{BD0C1A4C-3C20-4CC5-8A41-8E20488DAA8C}" destId="{E6D0AD60-944D-4C41-9DE3-8FF2846AAE1F}" srcOrd="0" destOrd="0" presId="urn:microsoft.com/office/officeart/2018/2/layout/IconVerticalSolidList"/>
    <dgm:cxn modelId="{711B703F-F539-41A7-A00E-9E2A7BA3C36F}" srcId="{BD0C1A4C-3C20-4CC5-8A41-8E20488DAA8C}" destId="{1E3AAFCC-8049-4C7C-B95F-0129275D9913}" srcOrd="0" destOrd="0" parTransId="{B612DD55-BB2A-4AF6-B69B-2344FDEE1986}" sibTransId="{053B7187-8A5D-4538-B463-78AFE3190CAE}"/>
    <dgm:cxn modelId="{BE8C685D-6685-400E-AB03-2CAA93CC9E1E}" srcId="{B4651CEC-49D7-4BEB-9D29-6EAC22438690}" destId="{3DACF355-255E-4813-8B96-01583076492B}" srcOrd="0" destOrd="0" parTransId="{6D8B7012-783B-4B78-8C59-5A901FFB3687}" sibTransId="{84A5AAB0-86B9-43A7-A23C-8FA4E5FE8F73}"/>
    <dgm:cxn modelId="{F1ED8145-2951-466D-99A3-E065F70CC3DF}" type="presOf" srcId="{075D356E-6572-4D77-9216-BB2068804887}" destId="{64740548-E44F-4938-A060-FFA947265F24}" srcOrd="0" destOrd="0" presId="urn:microsoft.com/office/officeart/2018/2/layout/IconVerticalSolidList"/>
    <dgm:cxn modelId="{1BA00F4D-3FFB-4061-A78F-1CDB06FBCD0D}" srcId="{BD0C1A4C-3C20-4CC5-8A41-8E20488DAA8C}" destId="{B4651CEC-49D7-4BEB-9D29-6EAC22438690}" srcOrd="3" destOrd="0" parTransId="{5B075CF6-3B30-401A-8F2B-C223B4E6760C}" sibTransId="{F00A2AEB-574D-4901-B7F9-3C1FC65369CE}"/>
    <dgm:cxn modelId="{92EDBD55-27FD-4968-BF20-B5932EF90BCC}" srcId="{1E3AAFCC-8049-4C7C-B95F-0129275D9913}" destId="{2CE7C896-D083-45A2-A120-03520B087256}" srcOrd="0" destOrd="0" parTransId="{A39E04E7-8DE7-4F21-8B1D-A2BB5FAF9F97}" sibTransId="{51E14606-9DD9-4157-BB00-AB97914769BF}"/>
    <dgm:cxn modelId="{66EB3159-30F6-4D9C-8E13-CEADC4ADEAF4}" type="presOf" srcId="{2CE7C896-D083-45A2-A120-03520B087256}" destId="{BF6DF765-E4E5-4CD4-8B27-E81CA346661A}" srcOrd="0" destOrd="0" presId="urn:microsoft.com/office/officeart/2018/2/layout/IconVerticalSolidList"/>
    <dgm:cxn modelId="{15A5F683-0C0B-4BC1-AC82-82E6DA119A4F}" srcId="{6A1E319A-C4ED-4AB1-BF6B-C0C7B33C3EEC}" destId="{FA80F4F2-E42C-49B8-B77D-6DD39B2F901D}" srcOrd="0" destOrd="0" parTransId="{64A9FA8E-F257-4483-9077-27877E83AB4C}" sibTransId="{3B5C9470-5B62-4F4F-901A-FD968584318E}"/>
    <dgm:cxn modelId="{7899FF88-87BD-4B93-9D3F-861422B2040C}" type="presOf" srcId="{B4651CEC-49D7-4BEB-9D29-6EAC22438690}" destId="{91C4FDED-F3C6-4611-B45A-9E302004FC95}" srcOrd="0" destOrd="0" presId="urn:microsoft.com/office/officeart/2018/2/layout/IconVerticalSolidList"/>
    <dgm:cxn modelId="{BCC08F8C-F40C-487B-AC96-AE4DE2A5E005}" type="presOf" srcId="{FA80F4F2-E42C-49B8-B77D-6DD39B2F901D}" destId="{7A1611B4-4CAA-40FA-B905-080225276AD8}" srcOrd="0" destOrd="0" presId="urn:microsoft.com/office/officeart/2018/2/layout/IconVerticalSolidList"/>
    <dgm:cxn modelId="{F30C1A9E-7BD6-490E-927C-423FC3830DBB}" type="presOf" srcId="{E21F9000-F2E9-4B05-A957-9BF45E207BF9}" destId="{4D9F1F4F-E784-4B1A-BEAB-237E7C50C0BE}" srcOrd="0" destOrd="0" presId="urn:microsoft.com/office/officeart/2018/2/layout/IconVerticalSolidList"/>
    <dgm:cxn modelId="{93A7F3B3-92E1-4DE4-A829-295869BE9605}" srcId="{26130E1C-15F7-4160-A098-E71B6A715E08}" destId="{E21F9000-F2E9-4B05-A957-9BF45E207BF9}" srcOrd="0" destOrd="0" parTransId="{A13BBD06-D343-461A-8FEB-E1EF492998A2}" sibTransId="{F24C8961-ACFA-4B3E-B39F-1F3141D8BC11}"/>
    <dgm:cxn modelId="{F639D4DD-B1BB-4707-A60D-0A765B792EAF}" type="presOf" srcId="{26130E1C-15F7-4160-A098-E71B6A715E08}" destId="{0BB3609F-921E-4544-8413-6CF103171475}" srcOrd="0" destOrd="0" presId="urn:microsoft.com/office/officeart/2018/2/layout/IconVerticalSolidList"/>
    <dgm:cxn modelId="{13FD20DE-B1E4-4D31-8CCB-4BBBB10C2333}" srcId="{BD0C1A4C-3C20-4CC5-8A41-8E20488DAA8C}" destId="{26130E1C-15F7-4160-A098-E71B6A715E08}" srcOrd="2" destOrd="0" parTransId="{FE58234B-3C7F-4EE9-AC84-97A784F5838C}" sibTransId="{C8A1264D-7374-4E99-8081-9086F9A300A1}"/>
    <dgm:cxn modelId="{3476D5DF-8142-4C09-99AC-D8BAFF412FCB}" srcId="{BD0C1A4C-3C20-4CC5-8A41-8E20488DAA8C}" destId="{E794877A-7AA2-4D2A-A12A-4FCF2BA66B43}" srcOrd="1" destOrd="0" parTransId="{8F5DF249-E64F-4DF0-A360-B4D3731649B0}" sibTransId="{1A90A223-663A-41FE-8A4B-10643419E983}"/>
    <dgm:cxn modelId="{2CF4FEF1-10C4-4F93-B652-D5B2F007F572}" type="presOf" srcId="{1E3AAFCC-8049-4C7C-B95F-0129275D9913}" destId="{E7D97F32-1AF7-42CC-A2AF-72F138E7D4D1}" srcOrd="0" destOrd="0" presId="urn:microsoft.com/office/officeart/2018/2/layout/IconVerticalSolidList"/>
    <dgm:cxn modelId="{6BCE13FC-2F70-4589-8B9C-8BB988434DBE}" type="presOf" srcId="{6A1E319A-C4ED-4AB1-BF6B-C0C7B33C3EEC}" destId="{971997B4-BC12-438A-AA1C-7F1B151346E4}" srcOrd="0" destOrd="0" presId="urn:microsoft.com/office/officeart/2018/2/layout/IconVerticalSolidList"/>
    <dgm:cxn modelId="{B3296EFF-8DAC-41B4-A092-4878193B88EB}" type="presParOf" srcId="{E6D0AD60-944D-4C41-9DE3-8FF2846AAE1F}" destId="{7B85422E-ABE1-4F67-ABAD-67A05F880259}" srcOrd="0" destOrd="0" presId="urn:microsoft.com/office/officeart/2018/2/layout/IconVerticalSolidList"/>
    <dgm:cxn modelId="{2D5ADC53-E3F8-476B-8DE2-DB1CB37C1E49}" type="presParOf" srcId="{7B85422E-ABE1-4F67-ABAD-67A05F880259}" destId="{64F46E8C-6DE1-4B1B-8DB7-9B4AB95BAB8D}" srcOrd="0" destOrd="0" presId="urn:microsoft.com/office/officeart/2018/2/layout/IconVerticalSolidList"/>
    <dgm:cxn modelId="{F2E24BBD-9275-4F6C-AB87-978D97AAC9BE}" type="presParOf" srcId="{7B85422E-ABE1-4F67-ABAD-67A05F880259}" destId="{29AED8D1-1794-48EB-A129-95244E13AB16}" srcOrd="1" destOrd="0" presId="urn:microsoft.com/office/officeart/2018/2/layout/IconVerticalSolidList"/>
    <dgm:cxn modelId="{981614EC-D966-401B-B0AB-B8A9BAE322B4}" type="presParOf" srcId="{7B85422E-ABE1-4F67-ABAD-67A05F880259}" destId="{715DD681-4F4E-4D9B-9762-69CF2ACF1F26}" srcOrd="2" destOrd="0" presId="urn:microsoft.com/office/officeart/2018/2/layout/IconVerticalSolidList"/>
    <dgm:cxn modelId="{0911EB87-FB03-4BA3-8979-3BD0D6F4719B}" type="presParOf" srcId="{7B85422E-ABE1-4F67-ABAD-67A05F880259}" destId="{E7D97F32-1AF7-42CC-A2AF-72F138E7D4D1}" srcOrd="3" destOrd="0" presId="urn:microsoft.com/office/officeart/2018/2/layout/IconVerticalSolidList"/>
    <dgm:cxn modelId="{B37EB758-102C-4F74-BB83-BA9C4894C22B}" type="presParOf" srcId="{7B85422E-ABE1-4F67-ABAD-67A05F880259}" destId="{BF6DF765-E4E5-4CD4-8B27-E81CA346661A}" srcOrd="4" destOrd="0" presId="urn:microsoft.com/office/officeart/2018/2/layout/IconVerticalSolidList"/>
    <dgm:cxn modelId="{93E2A7B3-AF0B-495D-B8B5-83AB616048F5}" type="presParOf" srcId="{E6D0AD60-944D-4C41-9DE3-8FF2846AAE1F}" destId="{30CFE8B8-60D3-4A66-9337-9E07D757A20A}" srcOrd="1" destOrd="0" presId="urn:microsoft.com/office/officeart/2018/2/layout/IconVerticalSolidList"/>
    <dgm:cxn modelId="{FC845B4E-1EB6-4178-970C-50E81239FBF5}" type="presParOf" srcId="{E6D0AD60-944D-4C41-9DE3-8FF2846AAE1F}" destId="{41150B40-DEAD-4E0D-8958-0669277E5C14}" srcOrd="2" destOrd="0" presId="urn:microsoft.com/office/officeart/2018/2/layout/IconVerticalSolidList"/>
    <dgm:cxn modelId="{4C218609-7A42-48CA-90BB-32858FBA2F32}" type="presParOf" srcId="{41150B40-DEAD-4E0D-8958-0669277E5C14}" destId="{BC5F0BA6-6F72-47B7-B902-D2C563288CCE}" srcOrd="0" destOrd="0" presId="urn:microsoft.com/office/officeart/2018/2/layout/IconVerticalSolidList"/>
    <dgm:cxn modelId="{2E961489-285C-4CD3-9BAE-2EFD6D12EAE2}" type="presParOf" srcId="{41150B40-DEAD-4E0D-8958-0669277E5C14}" destId="{E5C1014C-787E-4952-9ACA-40E8402ADFB2}" srcOrd="1" destOrd="0" presId="urn:microsoft.com/office/officeart/2018/2/layout/IconVerticalSolidList"/>
    <dgm:cxn modelId="{7E9C02E1-C4E2-494A-8173-37B27F06053A}" type="presParOf" srcId="{41150B40-DEAD-4E0D-8958-0669277E5C14}" destId="{C3CDAEFF-9300-4D35-811B-DB934751C26E}" srcOrd="2" destOrd="0" presId="urn:microsoft.com/office/officeart/2018/2/layout/IconVerticalSolidList"/>
    <dgm:cxn modelId="{1AA58BE4-1760-42BF-8E38-B3D7DDD38711}" type="presParOf" srcId="{41150B40-DEAD-4E0D-8958-0669277E5C14}" destId="{C51E4618-01F6-4074-A03A-22879A7B68F4}" srcOrd="3" destOrd="0" presId="urn:microsoft.com/office/officeart/2018/2/layout/IconVerticalSolidList"/>
    <dgm:cxn modelId="{3C21D111-F088-4D18-8EF7-74B956681031}" type="presParOf" srcId="{41150B40-DEAD-4E0D-8958-0669277E5C14}" destId="{64740548-E44F-4938-A060-FFA947265F24}" srcOrd="4" destOrd="0" presId="urn:microsoft.com/office/officeart/2018/2/layout/IconVerticalSolidList"/>
    <dgm:cxn modelId="{6C246367-D8D5-4051-BC76-80E2867EF078}" type="presParOf" srcId="{E6D0AD60-944D-4C41-9DE3-8FF2846AAE1F}" destId="{6273C31F-A616-4E51-AD53-DC2248B118D7}" srcOrd="3" destOrd="0" presId="urn:microsoft.com/office/officeart/2018/2/layout/IconVerticalSolidList"/>
    <dgm:cxn modelId="{A5F1CD5B-365B-48B7-A93D-21C85204CDBF}" type="presParOf" srcId="{E6D0AD60-944D-4C41-9DE3-8FF2846AAE1F}" destId="{ED7D63F2-F161-4C67-A5D5-EEE4CAF84FA9}" srcOrd="4" destOrd="0" presId="urn:microsoft.com/office/officeart/2018/2/layout/IconVerticalSolidList"/>
    <dgm:cxn modelId="{2CA21B80-1B97-4815-ADC9-BC21677B10C1}" type="presParOf" srcId="{ED7D63F2-F161-4C67-A5D5-EEE4CAF84FA9}" destId="{604FF8F0-B72A-41BF-BEFF-5E198E943C37}" srcOrd="0" destOrd="0" presId="urn:microsoft.com/office/officeart/2018/2/layout/IconVerticalSolidList"/>
    <dgm:cxn modelId="{58C295DE-9FA7-4F6B-B081-6880B333F6E4}" type="presParOf" srcId="{ED7D63F2-F161-4C67-A5D5-EEE4CAF84FA9}" destId="{A36138FE-8AA4-4E2D-B6A0-499018478623}" srcOrd="1" destOrd="0" presId="urn:microsoft.com/office/officeart/2018/2/layout/IconVerticalSolidList"/>
    <dgm:cxn modelId="{17B222E1-C0AD-43E5-B3AF-78F485F22064}" type="presParOf" srcId="{ED7D63F2-F161-4C67-A5D5-EEE4CAF84FA9}" destId="{DD18F569-A5F9-41A2-A946-301D94CA3BB5}" srcOrd="2" destOrd="0" presId="urn:microsoft.com/office/officeart/2018/2/layout/IconVerticalSolidList"/>
    <dgm:cxn modelId="{387D3870-7B9C-47C7-9028-D4A43215B97E}" type="presParOf" srcId="{ED7D63F2-F161-4C67-A5D5-EEE4CAF84FA9}" destId="{0BB3609F-921E-4544-8413-6CF103171475}" srcOrd="3" destOrd="0" presId="urn:microsoft.com/office/officeart/2018/2/layout/IconVerticalSolidList"/>
    <dgm:cxn modelId="{5C052A5A-23AF-4564-A745-29DF97896D79}" type="presParOf" srcId="{ED7D63F2-F161-4C67-A5D5-EEE4CAF84FA9}" destId="{4D9F1F4F-E784-4B1A-BEAB-237E7C50C0BE}" srcOrd="4" destOrd="0" presId="urn:microsoft.com/office/officeart/2018/2/layout/IconVerticalSolidList"/>
    <dgm:cxn modelId="{0328BB19-AEAE-4E73-A713-2FD8895AF4BC}" type="presParOf" srcId="{E6D0AD60-944D-4C41-9DE3-8FF2846AAE1F}" destId="{2FE740AA-70DC-4E0A-A31F-B0B0AC83A1F3}" srcOrd="5" destOrd="0" presId="urn:microsoft.com/office/officeart/2018/2/layout/IconVerticalSolidList"/>
    <dgm:cxn modelId="{F796D374-2B74-47AD-879E-3E866D301514}" type="presParOf" srcId="{E6D0AD60-944D-4C41-9DE3-8FF2846AAE1F}" destId="{CC3FA5E4-4311-4C4A-85DC-35754B3A75B1}" srcOrd="6" destOrd="0" presId="urn:microsoft.com/office/officeart/2018/2/layout/IconVerticalSolidList"/>
    <dgm:cxn modelId="{F2D48624-C700-427B-9211-4B050C72EFAF}" type="presParOf" srcId="{CC3FA5E4-4311-4C4A-85DC-35754B3A75B1}" destId="{77BCF8C3-6A2B-4361-8D8D-AEC4402A2AFE}" srcOrd="0" destOrd="0" presId="urn:microsoft.com/office/officeart/2018/2/layout/IconVerticalSolidList"/>
    <dgm:cxn modelId="{755B20AF-705F-4D01-B3E0-76BE042CCBD8}" type="presParOf" srcId="{CC3FA5E4-4311-4C4A-85DC-35754B3A75B1}" destId="{525F9D84-CF4E-4432-835C-6C247D0B0F4C}" srcOrd="1" destOrd="0" presId="urn:microsoft.com/office/officeart/2018/2/layout/IconVerticalSolidList"/>
    <dgm:cxn modelId="{8852D990-67E7-4E58-BEDB-A69144EECF27}" type="presParOf" srcId="{CC3FA5E4-4311-4C4A-85DC-35754B3A75B1}" destId="{93C8249B-0204-432D-BCAC-31DAB1253D00}" srcOrd="2" destOrd="0" presId="urn:microsoft.com/office/officeart/2018/2/layout/IconVerticalSolidList"/>
    <dgm:cxn modelId="{C6CFDFD7-67C5-4FD1-B5F9-2DC7B4F25BC5}" type="presParOf" srcId="{CC3FA5E4-4311-4C4A-85DC-35754B3A75B1}" destId="{91C4FDED-F3C6-4611-B45A-9E302004FC95}" srcOrd="3" destOrd="0" presId="urn:microsoft.com/office/officeart/2018/2/layout/IconVerticalSolidList"/>
    <dgm:cxn modelId="{6B75F7B5-DAE6-4BCE-B977-1999D026217F}" type="presParOf" srcId="{CC3FA5E4-4311-4C4A-85DC-35754B3A75B1}" destId="{78078126-56EC-40DD-9BF1-EDB946CC4FD8}" srcOrd="4" destOrd="0" presId="urn:microsoft.com/office/officeart/2018/2/layout/IconVerticalSolidList"/>
    <dgm:cxn modelId="{74877745-BFF3-476F-9391-D237729C6B9B}" type="presParOf" srcId="{E6D0AD60-944D-4C41-9DE3-8FF2846AAE1F}" destId="{5B69F182-FBCB-4F55-9FCD-CF2C0148F822}" srcOrd="7" destOrd="0" presId="urn:microsoft.com/office/officeart/2018/2/layout/IconVerticalSolidList"/>
    <dgm:cxn modelId="{9F736C2E-7A5B-4095-A3CA-4C9A3C7B19E0}" type="presParOf" srcId="{E6D0AD60-944D-4C41-9DE3-8FF2846AAE1F}" destId="{1028AABB-C2E8-4958-B9DF-8871950AB9E8}" srcOrd="8" destOrd="0" presId="urn:microsoft.com/office/officeart/2018/2/layout/IconVerticalSolidList"/>
    <dgm:cxn modelId="{C3E14A82-F652-453C-A5A2-D939B3455084}" type="presParOf" srcId="{1028AABB-C2E8-4958-B9DF-8871950AB9E8}" destId="{0E4399CA-722A-49A9-9BC6-F34FF35A8911}" srcOrd="0" destOrd="0" presId="urn:microsoft.com/office/officeart/2018/2/layout/IconVerticalSolidList"/>
    <dgm:cxn modelId="{0B77D5B2-8C44-45AF-99F6-0AB1C4FC2DCB}" type="presParOf" srcId="{1028AABB-C2E8-4958-B9DF-8871950AB9E8}" destId="{0856FD6D-E592-4B09-874E-878EB8BDA9EE}" srcOrd="1" destOrd="0" presId="urn:microsoft.com/office/officeart/2018/2/layout/IconVerticalSolidList"/>
    <dgm:cxn modelId="{7C88BDB0-F35A-4318-8032-AA81EF4B3F2E}" type="presParOf" srcId="{1028AABB-C2E8-4958-B9DF-8871950AB9E8}" destId="{B1DE5DFC-FCC2-4FCA-9C57-57629A81BE35}" srcOrd="2" destOrd="0" presId="urn:microsoft.com/office/officeart/2018/2/layout/IconVerticalSolidList"/>
    <dgm:cxn modelId="{4D13055E-E5B3-4C93-A665-C19AE7F4661E}" type="presParOf" srcId="{1028AABB-C2E8-4958-B9DF-8871950AB9E8}" destId="{971997B4-BC12-438A-AA1C-7F1B151346E4}" srcOrd="3" destOrd="0" presId="urn:microsoft.com/office/officeart/2018/2/layout/IconVerticalSolidList"/>
    <dgm:cxn modelId="{ECF9FE7C-A061-47BB-AA07-8B93388A70DF}" type="presParOf" srcId="{1028AABB-C2E8-4958-B9DF-8871950AB9E8}" destId="{7A1611B4-4CAA-40FA-B905-080225276AD8}"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F853039-294E-485F-B3F0-4B160A2BA172}" type="doc">
      <dgm:prSet loTypeId="urn:microsoft.com/office/officeart/2018/2/layout/IconVerticalSolidList" loCatId="icon" qsTypeId="urn:microsoft.com/office/officeart/2005/8/quickstyle/simple1" qsCatId="simple" csTypeId="urn:microsoft.com/office/officeart/2005/8/colors/accent1_2" csCatId="accent1" phldr="1"/>
      <dgm:spPr/>
      <dgm:t xml:space="preserve">
        <a:bodyPr/>
        <a:lstStyle/>
        <a:p>
          <a:endParaRPr lang="en-US"/>
        </a:p>
      </dgm:t>
    </dgm:pt>
    <dgm:pt modelId="{038171F2-06F2-41F9-937F-80E5066F20F8}">
      <dgm:prSet custT="1"/>
      <dgm:spPr/>
      <dgm:t xml:space="preserve">
        <a:bodyPr/>
        <a:lstStyle/>
        <a:p>
          <a:r>
            <a:rPr lang="en-US" sz="2800"/>
            <a:t>Use: bee_counts.csv. Monthly bee counts for past years.</a:t>
          </a:r>
        </a:p>
      </dgm:t>
    </dgm:pt>
    <dgm:pt modelId="{73D54545-A1C9-4E27-B056-E5330E5184D6}" type="parTrans" cxnId="{A387C117-297A-4710-9626-6404062AE64C}">
      <dgm:prSet/>
      <dgm:spPr/>
      <dgm:t xml:space="preserve">
        <a:bodyPr/>
        <a:lstStyle/>
        <a:p>
          <a:endParaRPr lang="en-US"/>
        </a:p>
      </dgm:t>
    </dgm:pt>
    <dgm:pt modelId="{EAC681C9-6072-4771-9036-9CB6B2310864}" type="sibTrans" cxnId="{A387C117-297A-4710-9626-6404062AE64C}">
      <dgm:prSet/>
      <dgm:spPr/>
      <dgm:t xml:space="preserve">
        <a:bodyPr/>
        <a:lstStyle/>
        <a:p>
          <a:endParaRPr lang="en-US"/>
        </a:p>
      </dgm:t>
    </dgm:pt>
    <dgm:pt modelId="{BFA98C0B-B1DF-4838-B5E2-9959EF2918A9}">
      <dgm:prSet custT="1"/>
      <dgm:spPr/>
      <dgm:t xml:space="preserve">
        <a:bodyPr/>
        <a:lstStyle/>
        <a:p>
          <a:r>
            <a:rPr lang="en-US" sz="2000"/>
            <a:t>Variables: Year, Month, ﻿Bee Count</a:t>
          </a:r>
        </a:p>
      </dgm:t>
    </dgm:pt>
    <dgm:pt modelId="{7BE296A0-F03C-4DBE-BBB4-6E94EE2E19C2}" type="parTrans" cxnId="{41B0172D-9A77-4FFC-9D06-7F81A2F84BB9}">
      <dgm:prSet/>
      <dgm:spPr/>
      <dgm:t xml:space="preserve">
        <a:bodyPr/>
        <a:lstStyle/>
        <a:p>
          <a:endParaRPr lang="en-US"/>
        </a:p>
      </dgm:t>
    </dgm:pt>
    <dgm:pt modelId="{CFD47FFE-D79A-48B9-9F43-98098653C1D0}" type="sibTrans" cxnId="{41B0172D-9A77-4FFC-9D06-7F81A2F84BB9}">
      <dgm:prSet/>
      <dgm:spPr/>
      <dgm:t xml:space="preserve">
        <a:bodyPr/>
        <a:lstStyle/>
        <a:p>
          <a:endParaRPr lang="en-US"/>
        </a:p>
      </dgm:t>
    </dgm:pt>
    <dgm:pt modelId="{A1C6AA3C-D845-4FFF-86E9-4DFCE9F36857}">
      <dgm:prSet custT="1"/>
      <dgm:spPr/>
      <dgm:t xml:space="preserve">
        <a:bodyPr/>
        <a:lstStyle/>
        <a:p>
          <a:r>
            <a:rPr lang="en-US" sz="2800"/>
            <a:t>Use: weather.csv. Monthly weather data.</a:t>
          </a:r>
        </a:p>
      </dgm:t>
    </dgm:pt>
    <dgm:pt modelId="{5926FA7E-0922-422C-9330-0ECA22C95092}" type="parTrans" cxnId="{CE47A098-0D3F-414A-9F01-7CA1918055C3}">
      <dgm:prSet/>
      <dgm:spPr/>
      <dgm:t xml:space="preserve">
        <a:bodyPr/>
        <a:lstStyle/>
        <a:p>
          <a:endParaRPr lang="en-US"/>
        </a:p>
      </dgm:t>
    </dgm:pt>
    <dgm:pt modelId="{332430E6-629E-4113-9746-5EF2A8F3257F}" type="sibTrans" cxnId="{CE47A098-0D3F-414A-9F01-7CA1918055C3}">
      <dgm:prSet/>
      <dgm:spPr/>
      <dgm:t xml:space="preserve">
        <a:bodyPr/>
        <a:lstStyle/>
        <a:p>
          <a:endParaRPr lang="en-US"/>
        </a:p>
      </dgm:t>
    </dgm:pt>
    <dgm:pt modelId="{3F05B76F-A7EC-47F9-9932-FA1325253E7E}">
      <dgm:prSet custT="1"/>
      <dgm:spPr/>
      <dgm:t xml:space="preserve">
        <a:bodyPr/>
        <a:lstStyle/>
        <a:p>
          <a:r>
            <a:rPr lang="en-US" sz="2000"/>
            <a:t>﻿﻿Variables: Year, ﻿﻿Month, ﻿﻿Average Temperature, ﻿﻿Total Rainfall</a:t>
          </a:r>
        </a:p>
      </dgm:t>
    </dgm:pt>
    <dgm:pt modelId="{C69123ED-04A5-4D61-9506-E45B56142AF1}" type="parTrans" cxnId="{A10C10CD-944C-4F18-9E7D-E1A18BBD400B}">
      <dgm:prSet/>
      <dgm:spPr/>
      <dgm:t xml:space="preserve">
        <a:bodyPr/>
        <a:lstStyle/>
        <a:p>
          <a:endParaRPr lang="en-US"/>
        </a:p>
      </dgm:t>
    </dgm:pt>
    <dgm:pt modelId="{27674599-C20C-4875-8752-84B17C73575D}" type="sibTrans" cxnId="{A10C10CD-944C-4F18-9E7D-E1A18BBD400B}">
      <dgm:prSet/>
      <dgm:spPr/>
      <dgm:t xml:space="preserve">
        <a:bodyPr/>
        <a:lstStyle/>
        <a:p>
          <a:endParaRPr lang="en-US"/>
        </a:p>
      </dgm:t>
    </dgm:pt>
    <dgm:pt modelId="{B63D0805-8384-4701-848A-36C0239732CD}">
      <dgm:prSet custT="1"/>
      <dgm:spPr/>
      <dgm:t xml:space="preserve">
        <a:bodyPr/>
        <a:lstStyle/>
        <a:p>
          <a:r>
            <a:rPr lang="en-US" sz="2800"/>
            <a:t>Use: events.csv (optional). Notes on events like pesticide applications</a:t>
          </a:r>
        </a:p>
      </dgm:t>
    </dgm:pt>
    <dgm:pt modelId="{8C70C30D-CF7A-48A9-8A45-5D11AB2B49C9}" type="parTrans" cxnId="{C78BB084-D5AE-4C65-BA4C-2E72A4205BDA}">
      <dgm:prSet/>
      <dgm:spPr/>
      <dgm:t xml:space="preserve">
        <a:bodyPr/>
        <a:lstStyle/>
        <a:p>
          <a:endParaRPr lang="en-US"/>
        </a:p>
      </dgm:t>
    </dgm:pt>
    <dgm:pt modelId="{E6536E25-10CA-40F3-84A7-F23FBACE248F}" type="sibTrans" cxnId="{C78BB084-D5AE-4C65-BA4C-2E72A4205BDA}">
      <dgm:prSet/>
      <dgm:spPr/>
      <dgm:t xml:space="preserve">
        <a:bodyPr/>
        <a:lstStyle/>
        <a:p>
          <a:endParaRPr lang="en-US"/>
        </a:p>
      </dgm:t>
    </dgm:pt>
    <dgm:pt modelId="{0A026FC2-A7E9-4A90-A880-B4B7F59920CC}">
      <dgm:prSet custT="1"/>
      <dgm:spPr/>
      <dgm:t xml:space="preserve">
        <a:bodyPr/>
        <a:lstStyle/>
        <a:p>
          <a:r>
            <a:rPr lang="en-US" sz="2000"/>
            <a:t>Variables: Year, ﻿﻿Month, ﻿﻿PesticideUsed (Yes/No)</a:t>
          </a:r>
        </a:p>
      </dgm:t>
    </dgm:pt>
    <dgm:pt modelId="{4384CA82-7B86-4636-B805-FA034E54F0DB}" type="parTrans" cxnId="{87CD89F3-0293-419A-9B11-76DFD8F8043A}">
      <dgm:prSet/>
      <dgm:spPr/>
      <dgm:t xml:space="preserve">
        <a:bodyPr/>
        <a:lstStyle/>
        <a:p>
          <a:endParaRPr lang="en-US"/>
        </a:p>
      </dgm:t>
    </dgm:pt>
    <dgm:pt modelId="{EA88BBDA-D333-4D7E-989D-EACF33277A94}" type="sibTrans" cxnId="{87CD89F3-0293-419A-9B11-76DFD8F8043A}">
      <dgm:prSet/>
      <dgm:spPr/>
      <dgm:t xml:space="preserve">
        <a:bodyPr/>
        <a:lstStyle/>
        <a:p>
          <a:endParaRPr lang="en-US"/>
        </a:p>
      </dgm:t>
    </dgm:pt>
    <dgm:pt modelId="{7831AADD-86AB-4D30-93E5-93959C152114}" type="pres">
      <dgm:prSet presAssocID="{FF853039-294E-485F-B3F0-4B160A2BA172}" presName="root" presStyleCnt="0">
        <dgm:presLayoutVars>
          <dgm:dir/>
          <dgm:resizeHandles val="exact"/>
        </dgm:presLayoutVars>
      </dgm:prSet>
      <dgm:spPr/>
    </dgm:pt>
    <dgm:pt modelId="{C9CF9674-5A8E-4587-ABD7-CA6DC3B26B53}" type="pres">
      <dgm:prSet presAssocID="{038171F2-06F2-41F9-937F-80E5066F20F8}" presName="compNode" presStyleCnt="0"/>
      <dgm:spPr/>
    </dgm:pt>
    <dgm:pt modelId="{2D18205A-2875-49D0-88A2-F698D6D49387}" type="pres">
      <dgm:prSet presAssocID="{038171F2-06F2-41F9-937F-80E5066F20F8}" presName="bgRect" presStyleLbl="bgShp" presStyleIdx="0" presStyleCnt="3"/>
      <dgm:spPr/>
    </dgm:pt>
    <dgm:pt modelId="{469502E4-DFC1-4FFB-8883-0A52BBC6415C}" type="pres">
      <dgm:prSet presAssocID="{038171F2-06F2-41F9-937F-80E5066F20F8}"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ee"/>
        </a:ext>
      </dgm:extLst>
    </dgm:pt>
    <dgm:pt modelId="{5BFB17CE-BF8B-4507-AECF-EE90856A6348}" type="pres">
      <dgm:prSet presAssocID="{038171F2-06F2-41F9-937F-80E5066F20F8}" presName="spaceRect" presStyleCnt="0"/>
      <dgm:spPr/>
    </dgm:pt>
    <dgm:pt modelId="{40D3EF06-C8CC-4058-9A88-995A350FCFBB}" type="pres">
      <dgm:prSet presAssocID="{038171F2-06F2-41F9-937F-80E5066F20F8}" presName="parTx" presStyleLbl="revTx" presStyleIdx="0" presStyleCnt="6">
        <dgm:presLayoutVars>
          <dgm:chMax val="0"/>
          <dgm:chPref val="0"/>
        </dgm:presLayoutVars>
      </dgm:prSet>
      <dgm:spPr/>
    </dgm:pt>
    <dgm:pt modelId="{AE796F54-E76E-41E6-9CD0-BF22F3D82D53}" type="pres">
      <dgm:prSet presAssocID="{038171F2-06F2-41F9-937F-80E5066F20F8}" presName="desTx" presStyleLbl="revTx" presStyleIdx="1" presStyleCnt="6">
        <dgm:presLayoutVars/>
      </dgm:prSet>
      <dgm:spPr/>
    </dgm:pt>
    <dgm:pt modelId="{DB783258-6780-457C-8F02-44F01C930A6D}" type="pres">
      <dgm:prSet presAssocID="{EAC681C9-6072-4771-9036-9CB6B2310864}" presName="sibTrans" presStyleCnt="0"/>
      <dgm:spPr/>
    </dgm:pt>
    <dgm:pt modelId="{00161FCE-04C3-4000-8CBB-AB09867E422F}" type="pres">
      <dgm:prSet presAssocID="{A1C6AA3C-D845-4FFF-86E9-4DFCE9F36857}" presName="compNode" presStyleCnt="0"/>
      <dgm:spPr/>
    </dgm:pt>
    <dgm:pt modelId="{00A1F790-D272-44ED-A2C2-58AA20FE810F}" type="pres">
      <dgm:prSet presAssocID="{A1C6AA3C-D845-4FFF-86E9-4DFCE9F36857}" presName="bgRect" presStyleLbl="bgShp" presStyleIdx="1" presStyleCnt="3"/>
      <dgm:spPr/>
    </dgm:pt>
    <dgm:pt modelId="{B8D5F793-71CC-4AEC-A269-06AD316EF8A3}" type="pres">
      <dgm:prSet presAssocID="{A1C6AA3C-D845-4FFF-86E9-4DFCE9F36857}"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ainbow"/>
        </a:ext>
      </dgm:extLst>
    </dgm:pt>
    <dgm:pt modelId="{9C261173-CD7F-4E68-A595-2C291428E4F4}" type="pres">
      <dgm:prSet presAssocID="{A1C6AA3C-D845-4FFF-86E9-4DFCE9F36857}" presName="spaceRect" presStyleCnt="0"/>
      <dgm:spPr/>
    </dgm:pt>
    <dgm:pt modelId="{DD872248-606F-4891-B57C-843CDEAAD37C}" type="pres">
      <dgm:prSet presAssocID="{A1C6AA3C-D845-4FFF-86E9-4DFCE9F36857}" presName="parTx" presStyleLbl="revTx" presStyleIdx="2" presStyleCnt="6">
        <dgm:presLayoutVars>
          <dgm:chMax val="0"/>
          <dgm:chPref val="0"/>
        </dgm:presLayoutVars>
      </dgm:prSet>
      <dgm:spPr/>
    </dgm:pt>
    <dgm:pt modelId="{9C82D64F-7DDE-4358-97DC-BE191CB500D1}" type="pres">
      <dgm:prSet presAssocID="{A1C6AA3C-D845-4FFF-86E9-4DFCE9F36857}" presName="desTx" presStyleLbl="revTx" presStyleIdx="3" presStyleCnt="6">
        <dgm:presLayoutVars/>
      </dgm:prSet>
      <dgm:spPr/>
    </dgm:pt>
    <dgm:pt modelId="{90B14FA8-42A2-4D9B-A09D-008F7FC37B0C}" type="pres">
      <dgm:prSet presAssocID="{332430E6-629E-4113-9746-5EF2A8F3257F}" presName="sibTrans" presStyleCnt="0"/>
      <dgm:spPr/>
    </dgm:pt>
    <dgm:pt modelId="{0588769D-EEC8-4DE4-AF2E-62D2DCC3F362}" type="pres">
      <dgm:prSet presAssocID="{B63D0805-8384-4701-848A-36C0239732CD}" presName="compNode" presStyleCnt="0"/>
      <dgm:spPr/>
    </dgm:pt>
    <dgm:pt modelId="{646E90DE-42FF-45A4-B020-443956DD3BBA}" type="pres">
      <dgm:prSet presAssocID="{B63D0805-8384-4701-848A-36C0239732CD}" presName="bgRect" presStyleLbl="bgShp" presStyleIdx="2" presStyleCnt="3"/>
      <dgm:spPr/>
    </dgm:pt>
    <dgm:pt modelId="{E2F276AB-AE2E-4023-B1CE-D9B846517090}" type="pres">
      <dgm:prSet presAssocID="{B63D0805-8384-4701-848A-36C0239732CD}"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ug spray"/>
        </a:ext>
      </dgm:extLst>
    </dgm:pt>
    <dgm:pt modelId="{18097C1B-AD5C-4FD3-8C0A-FE1D35083AE7}" type="pres">
      <dgm:prSet presAssocID="{B63D0805-8384-4701-848A-36C0239732CD}" presName="spaceRect" presStyleCnt="0"/>
      <dgm:spPr/>
    </dgm:pt>
    <dgm:pt modelId="{48CB0831-458A-4B87-AD30-DFD79EEA7EC8}" type="pres">
      <dgm:prSet presAssocID="{B63D0805-8384-4701-848A-36C0239732CD}" presName="parTx" presStyleLbl="revTx" presStyleIdx="4" presStyleCnt="6">
        <dgm:presLayoutVars>
          <dgm:chMax val="0"/>
          <dgm:chPref val="0"/>
        </dgm:presLayoutVars>
      </dgm:prSet>
      <dgm:spPr/>
    </dgm:pt>
    <dgm:pt modelId="{2C6D3908-ED6A-4C09-ACE8-97477BA59E60}" type="pres">
      <dgm:prSet presAssocID="{B63D0805-8384-4701-848A-36C0239732CD}" presName="desTx" presStyleLbl="revTx" presStyleIdx="5" presStyleCnt="6">
        <dgm:presLayoutVars/>
      </dgm:prSet>
      <dgm:spPr/>
    </dgm:pt>
  </dgm:ptLst>
  <dgm:cxnLst>
    <dgm:cxn modelId="{A387C117-297A-4710-9626-6404062AE64C}" srcId="{FF853039-294E-485F-B3F0-4B160A2BA172}" destId="{038171F2-06F2-41F9-937F-80E5066F20F8}" srcOrd="0" destOrd="0" parTransId="{73D54545-A1C9-4E27-B056-E5330E5184D6}" sibTransId="{EAC681C9-6072-4771-9036-9CB6B2310864}"/>
    <dgm:cxn modelId="{41B0172D-9A77-4FFC-9D06-7F81A2F84BB9}" srcId="{038171F2-06F2-41F9-937F-80E5066F20F8}" destId="{BFA98C0B-B1DF-4838-B5E2-9959EF2918A9}" srcOrd="0" destOrd="0" parTransId="{7BE296A0-F03C-4DBE-BBB4-6E94EE2E19C2}" sibTransId="{CFD47FFE-D79A-48B9-9F43-98098653C1D0}"/>
    <dgm:cxn modelId="{928E775E-A0EA-4B34-91C2-654F5BD9CF70}" type="presOf" srcId="{A1C6AA3C-D845-4FFF-86E9-4DFCE9F36857}" destId="{DD872248-606F-4891-B57C-843CDEAAD37C}" srcOrd="0" destOrd="0" presId="urn:microsoft.com/office/officeart/2018/2/layout/IconVerticalSolidList"/>
    <dgm:cxn modelId="{9F1B1A46-B93C-4C7C-AE20-98FC2FE9BFBC}" type="presOf" srcId="{B63D0805-8384-4701-848A-36C0239732CD}" destId="{48CB0831-458A-4B87-AD30-DFD79EEA7EC8}" srcOrd="0" destOrd="0" presId="urn:microsoft.com/office/officeart/2018/2/layout/IconVerticalSolidList"/>
    <dgm:cxn modelId="{C78BB084-D5AE-4C65-BA4C-2E72A4205BDA}" srcId="{FF853039-294E-485F-B3F0-4B160A2BA172}" destId="{B63D0805-8384-4701-848A-36C0239732CD}" srcOrd="2" destOrd="0" parTransId="{8C70C30D-CF7A-48A9-8A45-5D11AB2B49C9}" sibTransId="{E6536E25-10CA-40F3-84A7-F23FBACE248F}"/>
    <dgm:cxn modelId="{AD985289-7337-4294-B430-2F2807031C00}" type="presOf" srcId="{038171F2-06F2-41F9-937F-80E5066F20F8}" destId="{40D3EF06-C8CC-4058-9A88-995A350FCFBB}" srcOrd="0" destOrd="0" presId="urn:microsoft.com/office/officeart/2018/2/layout/IconVerticalSolidList"/>
    <dgm:cxn modelId="{CE47A098-0D3F-414A-9F01-7CA1918055C3}" srcId="{FF853039-294E-485F-B3F0-4B160A2BA172}" destId="{A1C6AA3C-D845-4FFF-86E9-4DFCE9F36857}" srcOrd="1" destOrd="0" parTransId="{5926FA7E-0922-422C-9330-0ECA22C95092}" sibTransId="{332430E6-629E-4113-9746-5EF2A8F3257F}"/>
    <dgm:cxn modelId="{282DD8A5-CBB5-4D3A-A750-96076E6CEC48}" type="presOf" srcId="{FF853039-294E-485F-B3F0-4B160A2BA172}" destId="{7831AADD-86AB-4D30-93E5-93959C152114}" srcOrd="0" destOrd="0" presId="urn:microsoft.com/office/officeart/2018/2/layout/IconVerticalSolidList"/>
    <dgm:cxn modelId="{A10C10CD-944C-4F18-9E7D-E1A18BBD400B}" srcId="{A1C6AA3C-D845-4FFF-86E9-4DFCE9F36857}" destId="{3F05B76F-A7EC-47F9-9932-FA1325253E7E}" srcOrd="0" destOrd="0" parTransId="{C69123ED-04A5-4D61-9506-E45B56142AF1}" sibTransId="{27674599-C20C-4875-8752-84B17C73575D}"/>
    <dgm:cxn modelId="{F90F96D7-CBBA-4735-AE8D-9AD45BBB5532}" type="presOf" srcId="{0A026FC2-A7E9-4A90-A880-B4B7F59920CC}" destId="{2C6D3908-ED6A-4C09-ACE8-97477BA59E60}" srcOrd="0" destOrd="0" presId="urn:microsoft.com/office/officeart/2018/2/layout/IconVerticalSolidList"/>
    <dgm:cxn modelId="{87CD89F3-0293-419A-9B11-76DFD8F8043A}" srcId="{B63D0805-8384-4701-848A-36C0239732CD}" destId="{0A026FC2-A7E9-4A90-A880-B4B7F59920CC}" srcOrd="0" destOrd="0" parTransId="{4384CA82-7B86-4636-B805-FA034E54F0DB}" sibTransId="{EA88BBDA-D333-4D7E-989D-EACF33277A94}"/>
    <dgm:cxn modelId="{3A3AA5F6-84C3-4C7F-958A-7F35758E0017}" type="presOf" srcId="{BFA98C0B-B1DF-4838-B5E2-9959EF2918A9}" destId="{AE796F54-E76E-41E6-9CD0-BF22F3D82D53}" srcOrd="0" destOrd="0" presId="urn:microsoft.com/office/officeart/2018/2/layout/IconVerticalSolidList"/>
    <dgm:cxn modelId="{144F3CFF-0D47-484C-A706-43D9520B68B4}" type="presOf" srcId="{3F05B76F-A7EC-47F9-9932-FA1325253E7E}" destId="{9C82D64F-7DDE-4358-97DC-BE191CB500D1}" srcOrd="0" destOrd="0" presId="urn:microsoft.com/office/officeart/2018/2/layout/IconVerticalSolidList"/>
    <dgm:cxn modelId="{691EA131-B907-4B47-9E28-0E558EED3D8D}" type="presParOf" srcId="{7831AADD-86AB-4D30-93E5-93959C152114}" destId="{C9CF9674-5A8E-4587-ABD7-CA6DC3B26B53}" srcOrd="0" destOrd="0" presId="urn:microsoft.com/office/officeart/2018/2/layout/IconVerticalSolidList"/>
    <dgm:cxn modelId="{953FA2F9-4ECF-4951-8CCA-6DAE3D963CE8}" type="presParOf" srcId="{C9CF9674-5A8E-4587-ABD7-CA6DC3B26B53}" destId="{2D18205A-2875-49D0-88A2-F698D6D49387}" srcOrd="0" destOrd="0" presId="urn:microsoft.com/office/officeart/2018/2/layout/IconVerticalSolidList"/>
    <dgm:cxn modelId="{B6D1DA90-F629-43F9-8051-D5461187AA8F}" type="presParOf" srcId="{C9CF9674-5A8E-4587-ABD7-CA6DC3B26B53}" destId="{469502E4-DFC1-4FFB-8883-0A52BBC6415C}" srcOrd="1" destOrd="0" presId="urn:microsoft.com/office/officeart/2018/2/layout/IconVerticalSolidList"/>
    <dgm:cxn modelId="{11151731-F566-495C-AE05-3F98EEC73EDC}" type="presParOf" srcId="{C9CF9674-5A8E-4587-ABD7-CA6DC3B26B53}" destId="{5BFB17CE-BF8B-4507-AECF-EE90856A6348}" srcOrd="2" destOrd="0" presId="urn:microsoft.com/office/officeart/2018/2/layout/IconVerticalSolidList"/>
    <dgm:cxn modelId="{0A6EB6D6-9822-4E68-A71F-EECC34223A16}" type="presParOf" srcId="{C9CF9674-5A8E-4587-ABD7-CA6DC3B26B53}" destId="{40D3EF06-C8CC-4058-9A88-995A350FCFBB}" srcOrd="3" destOrd="0" presId="urn:microsoft.com/office/officeart/2018/2/layout/IconVerticalSolidList"/>
    <dgm:cxn modelId="{EE88FD6A-14C3-4194-9F0A-11B24FDDAAC6}" type="presParOf" srcId="{C9CF9674-5A8E-4587-ABD7-CA6DC3B26B53}" destId="{AE796F54-E76E-41E6-9CD0-BF22F3D82D53}" srcOrd="4" destOrd="0" presId="urn:microsoft.com/office/officeart/2018/2/layout/IconVerticalSolidList"/>
    <dgm:cxn modelId="{88F8D0C8-6596-46C9-A8BE-FD28ECC04AED}" type="presParOf" srcId="{7831AADD-86AB-4D30-93E5-93959C152114}" destId="{DB783258-6780-457C-8F02-44F01C930A6D}" srcOrd="1" destOrd="0" presId="urn:microsoft.com/office/officeart/2018/2/layout/IconVerticalSolidList"/>
    <dgm:cxn modelId="{FF964F4F-5D18-49C9-BA69-7975FF4DCAD2}" type="presParOf" srcId="{7831AADD-86AB-4D30-93E5-93959C152114}" destId="{00161FCE-04C3-4000-8CBB-AB09867E422F}" srcOrd="2" destOrd="0" presId="urn:microsoft.com/office/officeart/2018/2/layout/IconVerticalSolidList"/>
    <dgm:cxn modelId="{0D846294-F1F8-4C73-A027-DA220D24F6CB}" type="presParOf" srcId="{00161FCE-04C3-4000-8CBB-AB09867E422F}" destId="{00A1F790-D272-44ED-A2C2-58AA20FE810F}" srcOrd="0" destOrd="0" presId="urn:microsoft.com/office/officeart/2018/2/layout/IconVerticalSolidList"/>
    <dgm:cxn modelId="{FEEF453A-7F79-4C9C-8136-72ED3B5BF953}" type="presParOf" srcId="{00161FCE-04C3-4000-8CBB-AB09867E422F}" destId="{B8D5F793-71CC-4AEC-A269-06AD316EF8A3}" srcOrd="1" destOrd="0" presId="urn:microsoft.com/office/officeart/2018/2/layout/IconVerticalSolidList"/>
    <dgm:cxn modelId="{193CA011-ECDD-40CC-B660-F27967FB3B20}" type="presParOf" srcId="{00161FCE-04C3-4000-8CBB-AB09867E422F}" destId="{9C261173-CD7F-4E68-A595-2C291428E4F4}" srcOrd="2" destOrd="0" presId="urn:microsoft.com/office/officeart/2018/2/layout/IconVerticalSolidList"/>
    <dgm:cxn modelId="{EA8BDEA6-659D-46CC-8A35-D694D6FA00E8}" type="presParOf" srcId="{00161FCE-04C3-4000-8CBB-AB09867E422F}" destId="{DD872248-606F-4891-B57C-843CDEAAD37C}" srcOrd="3" destOrd="0" presId="urn:microsoft.com/office/officeart/2018/2/layout/IconVerticalSolidList"/>
    <dgm:cxn modelId="{B0A20F31-7B09-4BAF-A278-0A28F677834D}" type="presParOf" srcId="{00161FCE-04C3-4000-8CBB-AB09867E422F}" destId="{9C82D64F-7DDE-4358-97DC-BE191CB500D1}" srcOrd="4" destOrd="0" presId="urn:microsoft.com/office/officeart/2018/2/layout/IconVerticalSolidList"/>
    <dgm:cxn modelId="{F0250064-A3CD-4E0F-8A33-DCE03ECCFD0A}" type="presParOf" srcId="{7831AADD-86AB-4D30-93E5-93959C152114}" destId="{90B14FA8-42A2-4D9B-A09D-008F7FC37B0C}" srcOrd="3" destOrd="0" presId="urn:microsoft.com/office/officeart/2018/2/layout/IconVerticalSolidList"/>
    <dgm:cxn modelId="{3FD89FE1-FB41-4386-BA11-8E97B85258CB}" type="presParOf" srcId="{7831AADD-86AB-4D30-93E5-93959C152114}" destId="{0588769D-EEC8-4DE4-AF2E-62D2DCC3F362}" srcOrd="4" destOrd="0" presId="urn:microsoft.com/office/officeart/2018/2/layout/IconVerticalSolidList"/>
    <dgm:cxn modelId="{F9150420-CC7D-4202-A74C-245AAD75A706}" type="presParOf" srcId="{0588769D-EEC8-4DE4-AF2E-62D2DCC3F362}" destId="{646E90DE-42FF-45A4-B020-443956DD3BBA}" srcOrd="0" destOrd="0" presId="urn:microsoft.com/office/officeart/2018/2/layout/IconVerticalSolidList"/>
    <dgm:cxn modelId="{CC16DBF7-3998-4EDF-82AC-557EE299D8C6}" type="presParOf" srcId="{0588769D-EEC8-4DE4-AF2E-62D2DCC3F362}" destId="{E2F276AB-AE2E-4023-B1CE-D9B846517090}" srcOrd="1" destOrd="0" presId="urn:microsoft.com/office/officeart/2018/2/layout/IconVerticalSolidList"/>
    <dgm:cxn modelId="{5B7A6E81-B159-49A7-AB92-DAB34923F764}" type="presParOf" srcId="{0588769D-EEC8-4DE4-AF2E-62D2DCC3F362}" destId="{18097C1B-AD5C-4FD3-8C0A-FE1D35083AE7}" srcOrd="2" destOrd="0" presId="urn:microsoft.com/office/officeart/2018/2/layout/IconVerticalSolidList"/>
    <dgm:cxn modelId="{84619C23-0EDD-405E-A477-47AA72DDE8D0}" type="presParOf" srcId="{0588769D-EEC8-4DE4-AF2E-62D2DCC3F362}" destId="{48CB0831-458A-4B87-AD30-DFD79EEA7EC8}" srcOrd="3" destOrd="0" presId="urn:microsoft.com/office/officeart/2018/2/layout/IconVerticalSolidList"/>
    <dgm:cxn modelId="{07B0DAE3-4425-45E3-9981-BF6549201549}" type="presParOf" srcId="{0588769D-EEC8-4DE4-AF2E-62D2DCC3F362}" destId="{2C6D3908-ED6A-4C09-ACE8-97477BA59E60}"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318B25D-1302-462B-948B-1500780543FC}" type="doc">
      <dgm:prSet loTypeId="urn:microsoft.com/office/officeart/2018/2/layout/IconVerticalSolidList" loCatId="icon" qsTypeId="urn:microsoft.com/office/officeart/2005/8/quickstyle/simple1" qsCatId="simple" csTypeId="urn:microsoft.com/office/officeart/2005/8/colors/accent1_2" csCatId="accent1" phldr="1"/>
      <dgm:spPr/>
      <dgm:t xml:space="preserve">
        <a:bodyPr/>
        <a:lstStyle/>
        <a:p>
          <a:endParaRPr lang="en-US"/>
        </a:p>
      </dgm:t>
    </dgm:pt>
    <dgm:pt modelId="{13E95995-6E3B-4650-8158-0C7C0938BE1A}">
      <dgm:prSet/>
      <dgm:spPr/>
      <dgm:t xml:space="preserve">
        <a:bodyPr/>
        <a:lstStyle/>
        <a:p>
          <a:r>
            <a:rPr lang="en-US"/>
            <a:t>Check overall bee count trend over time</a:t>
          </a:r>
        </a:p>
      </dgm:t>
    </dgm:pt>
    <dgm:pt modelId="{C8A37EB8-061C-4DBE-B53F-B88AF84CF0CC}" type="parTrans" cxnId="{1F6F8A5A-0028-4FDD-9705-65901A907C92}">
      <dgm:prSet/>
      <dgm:spPr/>
      <dgm:t xml:space="preserve">
        <a:bodyPr/>
        <a:lstStyle/>
        <a:p>
          <a:endParaRPr lang="en-US"/>
        </a:p>
      </dgm:t>
    </dgm:pt>
    <dgm:pt modelId="{D08210EF-EA26-4456-9AAC-75C18C49C04B}" type="sibTrans" cxnId="{1F6F8A5A-0028-4FDD-9705-65901A907C92}">
      <dgm:prSet/>
      <dgm:spPr/>
      <dgm:t xml:space="preserve">
        <a:bodyPr/>
        <a:lstStyle/>
        <a:p>
          <a:endParaRPr lang="en-US"/>
        </a:p>
      </dgm:t>
    </dgm:pt>
    <dgm:pt modelId="{F2ADA6D0-6379-41DC-8F79-A4A0BDB0199D}">
      <dgm:prSet/>
      <dgm:spPr/>
      <dgm:t xml:space="preserve">
        <a:bodyPr/>
        <a:lstStyle/>
        <a:p>
          <a:r>
            <a:rPr lang="en-US"/>
            <a:t>Look for consistent mid-summer drops using a line chart or time series plot.</a:t>
          </a:r>
        </a:p>
      </dgm:t>
    </dgm:pt>
    <dgm:pt modelId="{EE72DDD3-CCC6-4659-B456-41202308EDD5}" type="parTrans" cxnId="{A26D6201-3EB8-4233-AE09-F944460263C0}">
      <dgm:prSet/>
      <dgm:spPr/>
      <dgm:t xml:space="preserve">
        <a:bodyPr/>
        <a:lstStyle/>
        <a:p>
          <a:endParaRPr lang="en-US"/>
        </a:p>
      </dgm:t>
    </dgm:pt>
    <dgm:pt modelId="{11F34597-8B6B-4DD8-AE63-2F3BD936A2EF}" type="sibTrans" cxnId="{A26D6201-3EB8-4233-AE09-F944460263C0}">
      <dgm:prSet/>
      <dgm:spPr/>
      <dgm:t xml:space="preserve">
        <a:bodyPr/>
        <a:lstStyle/>
        <a:p>
          <a:endParaRPr lang="en-US"/>
        </a:p>
      </dgm:t>
    </dgm:pt>
    <dgm:pt modelId="{5CEC87F2-2934-488B-9AF8-CDB4BFA63B28}">
      <dgm:prSet/>
      <dgm:spPr/>
      <dgm:t xml:space="preserve">
        <a:bodyPr/>
        <a:lstStyle/>
        <a:p>
          <a:r>
            <a:rPr lang="en-US"/>
            <a:t>Explore relationship with weather</a:t>
          </a:r>
        </a:p>
      </dgm:t>
    </dgm:pt>
    <dgm:pt modelId="{CAD84E8C-3084-468B-B8C6-B89A801FABD5}" type="parTrans" cxnId="{C65B7A1A-F936-44DC-A7DA-91F97A075589}">
      <dgm:prSet/>
      <dgm:spPr/>
      <dgm:t xml:space="preserve">
        <a:bodyPr/>
        <a:lstStyle/>
        <a:p>
          <a:endParaRPr lang="en-US"/>
        </a:p>
      </dgm:t>
    </dgm:pt>
    <dgm:pt modelId="{2129E90F-E4AD-469D-95A1-9D58ED00A2F5}" type="sibTrans" cxnId="{C65B7A1A-F936-44DC-A7DA-91F97A075589}">
      <dgm:prSet/>
      <dgm:spPr/>
      <dgm:t xml:space="preserve">
        <a:bodyPr/>
        <a:lstStyle/>
        <a:p>
          <a:endParaRPr lang="en-US"/>
        </a:p>
      </dgm:t>
    </dgm:pt>
    <dgm:pt modelId="{05A4B8F6-1582-4C49-9D58-341425517161}">
      <dgm:prSet/>
      <dgm:spPr/>
      <dgm:t xml:space="preserve">
        <a:bodyPr/>
        <a:lstStyle/>
        <a:p>
          <a:r>
            <a:rPr lang="en-US"/>
            <a:t>Compare bee counts to temperature and rainfall.</a:t>
          </a:r>
        </a:p>
      </dgm:t>
    </dgm:pt>
    <dgm:pt modelId="{9A6AFDBC-8E33-4C9A-B81D-9CBAA7AD4364}" type="parTrans" cxnId="{AC21F7E8-EF9C-4F91-843F-3A6B3C346A09}">
      <dgm:prSet/>
      <dgm:spPr/>
      <dgm:t xml:space="preserve">
        <a:bodyPr/>
        <a:lstStyle/>
        <a:p>
          <a:endParaRPr lang="en-US"/>
        </a:p>
      </dgm:t>
    </dgm:pt>
    <dgm:pt modelId="{9C2C9A42-5F78-48F8-AA52-776F706F7B01}" type="sibTrans" cxnId="{AC21F7E8-EF9C-4F91-843F-3A6B3C346A09}">
      <dgm:prSet/>
      <dgm:spPr/>
      <dgm:t xml:space="preserve">
        <a:bodyPr/>
        <a:lstStyle/>
        <a:p>
          <a:endParaRPr lang="en-US"/>
        </a:p>
      </dgm:t>
    </dgm:pt>
    <dgm:pt modelId="{74B9F402-3084-4BCE-B8E3-EFB95BF579B6}">
      <dgm:prSet/>
      <dgm:spPr/>
      <dgm:t xml:space="preserve">
        <a:bodyPr/>
        <a:lstStyle/>
        <a:p>
          <a:r>
            <a:rPr lang="en-US"/>
            <a:t>Use scatter plots or overlay weather data on bee count line charts.</a:t>
          </a:r>
        </a:p>
      </dgm:t>
    </dgm:pt>
    <dgm:pt modelId="{07EA72A1-5E57-4342-AE42-6D97B4EAE521}" type="parTrans" cxnId="{D83C69FB-6AC9-4E92-ADE3-9DEF3C19CA97}">
      <dgm:prSet/>
      <dgm:spPr/>
      <dgm:t xml:space="preserve">
        <a:bodyPr/>
        <a:lstStyle/>
        <a:p>
          <a:endParaRPr lang="en-US"/>
        </a:p>
      </dgm:t>
    </dgm:pt>
    <dgm:pt modelId="{16B110D9-2C2E-4884-9665-1A173384C731}" type="sibTrans" cxnId="{D83C69FB-6AC9-4E92-ADE3-9DEF3C19CA97}">
      <dgm:prSet/>
      <dgm:spPr/>
      <dgm:t xml:space="preserve">
        <a:bodyPr/>
        <a:lstStyle/>
        <a:p>
          <a:endParaRPr lang="en-US"/>
        </a:p>
      </dgm:t>
    </dgm:pt>
    <dgm:pt modelId="{17D989F5-38FB-4768-8E49-27576529098A}">
      <dgm:prSet/>
      <dgm:spPr/>
      <dgm:t xml:space="preserve">
        <a:bodyPr/>
        <a:lstStyle/>
        <a:p>
          <a:r>
            <a:rPr lang="en-US"/>
            <a:t>Investigate impact of events (e.g., pesticide use)</a:t>
          </a:r>
        </a:p>
      </dgm:t>
    </dgm:pt>
    <dgm:pt modelId="{0529D304-C257-4873-9643-C48139C1CB6A}" type="parTrans" cxnId="{9A9354B9-EDC3-48A2-AA3D-8254A154F7D9}">
      <dgm:prSet/>
      <dgm:spPr/>
      <dgm:t xml:space="preserve">
        <a:bodyPr/>
        <a:lstStyle/>
        <a:p>
          <a:endParaRPr lang="en-US"/>
        </a:p>
      </dgm:t>
    </dgm:pt>
    <dgm:pt modelId="{468651B7-F389-4AD4-8190-D6DE18EB19F9}" type="sibTrans" cxnId="{9A9354B9-EDC3-48A2-AA3D-8254A154F7D9}">
      <dgm:prSet/>
      <dgm:spPr/>
      <dgm:t xml:space="preserve">
        <a:bodyPr/>
        <a:lstStyle/>
        <a:p>
          <a:endParaRPr lang="en-US"/>
        </a:p>
      </dgm:t>
    </dgm:pt>
    <dgm:pt modelId="{67886791-27DD-4FE4-BF64-802D8D7BA672}">
      <dgm:prSet/>
      <dgm:spPr/>
      <dgm:t xml:space="preserve">
        <a:bodyPr/>
        <a:lstStyle/>
        <a:p>
          <a:r>
            <a:rPr lang="en-US"/>
            <a:t>If event data includes indicators like “yes” for pesticide use, compare bee counts in months following those events.</a:t>
          </a:r>
        </a:p>
      </dgm:t>
    </dgm:pt>
    <dgm:pt modelId="{93EE3AA6-F2B2-4AE3-B0C5-394CAAACB965}" type="parTrans" cxnId="{B5D23A81-447F-46C6-BF35-00FD3E839D89}">
      <dgm:prSet/>
      <dgm:spPr/>
      <dgm:t xml:space="preserve">
        <a:bodyPr/>
        <a:lstStyle/>
        <a:p>
          <a:endParaRPr lang="en-US"/>
        </a:p>
      </dgm:t>
    </dgm:pt>
    <dgm:pt modelId="{6027AD5F-249F-4F3B-93D7-19168B82D911}" type="sibTrans" cxnId="{B5D23A81-447F-46C6-BF35-00FD3E839D89}">
      <dgm:prSet/>
      <dgm:spPr/>
      <dgm:t xml:space="preserve">
        <a:bodyPr/>
        <a:lstStyle/>
        <a:p>
          <a:endParaRPr lang="en-US"/>
        </a:p>
      </dgm:t>
    </dgm:pt>
    <dgm:pt modelId="{4512F764-8A6D-46F4-800D-5D3C91EE97C4}">
      <dgm:prSet/>
      <dgm:spPr/>
      <dgm:t xml:space="preserve">
        <a:bodyPr/>
        <a:lstStyle/>
        <a:p>
          <a:r>
            <a:rPr lang="en-US"/>
            <a:t>Consider using grouped summaries or side-by-side boxplots for comparison.</a:t>
          </a:r>
        </a:p>
      </dgm:t>
    </dgm:pt>
    <dgm:pt modelId="{74531462-EF25-4A54-AD10-6C5C91F72906}" type="parTrans" cxnId="{43067E7C-F9A8-4743-97EB-8DD056844734}">
      <dgm:prSet/>
      <dgm:spPr/>
      <dgm:t xml:space="preserve">
        <a:bodyPr/>
        <a:lstStyle/>
        <a:p>
          <a:endParaRPr lang="en-US"/>
        </a:p>
      </dgm:t>
    </dgm:pt>
    <dgm:pt modelId="{E9E23B3C-55EB-4F13-AD88-92673CC6C3FC}" type="sibTrans" cxnId="{43067E7C-F9A8-4743-97EB-8DD056844734}">
      <dgm:prSet/>
      <dgm:spPr/>
      <dgm:t xml:space="preserve">
        <a:bodyPr/>
        <a:lstStyle/>
        <a:p>
          <a:endParaRPr lang="en-US"/>
        </a:p>
      </dgm:t>
    </dgm:pt>
    <dgm:pt modelId="{62CFE408-77B2-4806-9004-11BFDABF3164}" type="pres">
      <dgm:prSet presAssocID="{3318B25D-1302-462B-948B-1500780543FC}" presName="root" presStyleCnt="0">
        <dgm:presLayoutVars>
          <dgm:dir/>
          <dgm:resizeHandles val="exact"/>
        </dgm:presLayoutVars>
      </dgm:prSet>
      <dgm:spPr/>
    </dgm:pt>
    <dgm:pt modelId="{8923BD4B-501B-4ECA-9278-6DFD6CE66552}" type="pres">
      <dgm:prSet presAssocID="{13E95995-6E3B-4650-8158-0C7C0938BE1A}" presName="compNode" presStyleCnt="0"/>
      <dgm:spPr/>
    </dgm:pt>
    <dgm:pt modelId="{3A91B7AE-6E2F-449E-AC25-F899E3165B0D}" type="pres">
      <dgm:prSet presAssocID="{13E95995-6E3B-4650-8158-0C7C0938BE1A}" presName="bgRect" presStyleLbl="bgShp" presStyleIdx="0" presStyleCnt="3"/>
      <dgm:spPr/>
    </dgm:pt>
    <dgm:pt modelId="{62C5667B-DDD3-4986-BC85-41F78919E699}" type="pres">
      <dgm:prSet presAssocID="{13E95995-6E3B-4650-8158-0C7C0938BE1A}"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atistics"/>
        </a:ext>
      </dgm:extLst>
    </dgm:pt>
    <dgm:pt modelId="{DE3B6CEF-CEAD-4562-BC20-707BEE8D49B4}" type="pres">
      <dgm:prSet presAssocID="{13E95995-6E3B-4650-8158-0C7C0938BE1A}" presName="spaceRect" presStyleCnt="0"/>
      <dgm:spPr/>
    </dgm:pt>
    <dgm:pt modelId="{8BC04A12-0816-42C9-85F7-58EAC28A4F47}" type="pres">
      <dgm:prSet presAssocID="{13E95995-6E3B-4650-8158-0C7C0938BE1A}" presName="parTx" presStyleLbl="revTx" presStyleIdx="0" presStyleCnt="6">
        <dgm:presLayoutVars>
          <dgm:chMax val="0"/>
          <dgm:chPref val="0"/>
        </dgm:presLayoutVars>
      </dgm:prSet>
      <dgm:spPr/>
    </dgm:pt>
    <dgm:pt modelId="{2A8222E2-882B-4EBA-B3AE-55AE63AC4E73}" type="pres">
      <dgm:prSet presAssocID="{13E95995-6E3B-4650-8158-0C7C0938BE1A}" presName="desTx" presStyleLbl="revTx" presStyleIdx="1" presStyleCnt="6">
        <dgm:presLayoutVars/>
      </dgm:prSet>
      <dgm:spPr/>
    </dgm:pt>
    <dgm:pt modelId="{115DB81F-4B23-4AEF-BA64-4BDACFA678EA}" type="pres">
      <dgm:prSet presAssocID="{D08210EF-EA26-4456-9AAC-75C18C49C04B}" presName="sibTrans" presStyleCnt="0"/>
      <dgm:spPr/>
    </dgm:pt>
    <dgm:pt modelId="{1BB13CDF-3E15-49AF-AF38-17C68BCEBD86}" type="pres">
      <dgm:prSet presAssocID="{5CEC87F2-2934-488B-9AF8-CDB4BFA63B28}" presName="compNode" presStyleCnt="0"/>
      <dgm:spPr/>
    </dgm:pt>
    <dgm:pt modelId="{0533CD04-B86C-4CA0-B3F9-9034F9E58185}" type="pres">
      <dgm:prSet presAssocID="{5CEC87F2-2934-488B-9AF8-CDB4BFA63B28}" presName="bgRect" presStyleLbl="bgShp" presStyleIdx="1" presStyleCnt="3"/>
      <dgm:spPr/>
    </dgm:pt>
    <dgm:pt modelId="{06C44E6A-268F-41C7-AFDE-22CC63DCFA31}" type="pres">
      <dgm:prSet presAssocID="{5CEC87F2-2934-488B-9AF8-CDB4BFA63B28}"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esentation with Pie Chart"/>
        </a:ext>
      </dgm:extLst>
    </dgm:pt>
    <dgm:pt modelId="{14B61185-D597-4F72-8F00-D6189CB8A084}" type="pres">
      <dgm:prSet presAssocID="{5CEC87F2-2934-488B-9AF8-CDB4BFA63B28}" presName="spaceRect" presStyleCnt="0"/>
      <dgm:spPr/>
    </dgm:pt>
    <dgm:pt modelId="{42D00018-BD5F-4E40-AEBA-3528A3004C4C}" type="pres">
      <dgm:prSet presAssocID="{5CEC87F2-2934-488B-9AF8-CDB4BFA63B28}" presName="parTx" presStyleLbl="revTx" presStyleIdx="2" presStyleCnt="6">
        <dgm:presLayoutVars>
          <dgm:chMax val="0"/>
          <dgm:chPref val="0"/>
        </dgm:presLayoutVars>
      </dgm:prSet>
      <dgm:spPr/>
    </dgm:pt>
    <dgm:pt modelId="{932E611B-29BA-4A51-8EDA-877B60E563FA}" type="pres">
      <dgm:prSet presAssocID="{5CEC87F2-2934-488B-9AF8-CDB4BFA63B28}" presName="desTx" presStyleLbl="revTx" presStyleIdx="3" presStyleCnt="6">
        <dgm:presLayoutVars/>
      </dgm:prSet>
      <dgm:spPr/>
    </dgm:pt>
    <dgm:pt modelId="{8F0B1B4D-E0B6-49E6-BFBA-0A7EAB0AD3C7}" type="pres">
      <dgm:prSet presAssocID="{2129E90F-E4AD-469D-95A1-9D58ED00A2F5}" presName="sibTrans" presStyleCnt="0"/>
      <dgm:spPr/>
    </dgm:pt>
    <dgm:pt modelId="{1F52EFA3-F560-48EE-9BEB-BD0809EFE1BD}" type="pres">
      <dgm:prSet presAssocID="{17D989F5-38FB-4768-8E49-27576529098A}" presName="compNode" presStyleCnt="0"/>
      <dgm:spPr/>
    </dgm:pt>
    <dgm:pt modelId="{65F26641-D6A5-48CE-8DC6-E24E3FAEE5DC}" type="pres">
      <dgm:prSet presAssocID="{17D989F5-38FB-4768-8E49-27576529098A}" presName="bgRect" presStyleLbl="bgShp" presStyleIdx="2" presStyleCnt="3"/>
      <dgm:spPr/>
    </dgm:pt>
    <dgm:pt modelId="{907966BD-AC3A-45EF-9A5C-4BB67A4295AB}" type="pres">
      <dgm:prSet presAssocID="{17D989F5-38FB-4768-8E49-27576529098A}"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ug spray"/>
        </a:ext>
      </dgm:extLst>
    </dgm:pt>
    <dgm:pt modelId="{F27BB17D-08C5-4EAC-8CC3-751EB8DEF0A8}" type="pres">
      <dgm:prSet presAssocID="{17D989F5-38FB-4768-8E49-27576529098A}" presName="spaceRect" presStyleCnt="0"/>
      <dgm:spPr/>
    </dgm:pt>
    <dgm:pt modelId="{4A9EA8FD-5267-41BC-9569-B305C2C41556}" type="pres">
      <dgm:prSet presAssocID="{17D989F5-38FB-4768-8E49-27576529098A}" presName="parTx" presStyleLbl="revTx" presStyleIdx="4" presStyleCnt="6">
        <dgm:presLayoutVars>
          <dgm:chMax val="0"/>
          <dgm:chPref val="0"/>
        </dgm:presLayoutVars>
      </dgm:prSet>
      <dgm:spPr/>
    </dgm:pt>
    <dgm:pt modelId="{C85C25AA-FAB4-455B-A804-E65A1768B43D}" type="pres">
      <dgm:prSet presAssocID="{17D989F5-38FB-4768-8E49-27576529098A}" presName="desTx" presStyleLbl="revTx" presStyleIdx="5" presStyleCnt="6">
        <dgm:presLayoutVars/>
      </dgm:prSet>
      <dgm:spPr/>
    </dgm:pt>
  </dgm:ptLst>
  <dgm:cxnLst>
    <dgm:cxn modelId="{A26D6201-3EB8-4233-AE09-F944460263C0}" srcId="{13E95995-6E3B-4650-8158-0C7C0938BE1A}" destId="{F2ADA6D0-6379-41DC-8F79-A4A0BDB0199D}" srcOrd="0" destOrd="0" parTransId="{EE72DDD3-CCC6-4659-B456-41202308EDD5}" sibTransId="{11F34597-8B6B-4DD8-AE63-2F3BD936A2EF}"/>
    <dgm:cxn modelId="{C65B7A1A-F936-44DC-A7DA-91F97A075589}" srcId="{3318B25D-1302-462B-948B-1500780543FC}" destId="{5CEC87F2-2934-488B-9AF8-CDB4BFA63B28}" srcOrd="1" destOrd="0" parTransId="{CAD84E8C-3084-468B-B8C6-B89A801FABD5}" sibTransId="{2129E90F-E4AD-469D-95A1-9D58ED00A2F5}"/>
    <dgm:cxn modelId="{9C118A1F-D1F3-4DD4-B622-7706EDD46C3C}" type="presOf" srcId="{3318B25D-1302-462B-948B-1500780543FC}" destId="{62CFE408-77B2-4806-9004-11BFDABF3164}" srcOrd="0" destOrd="0" presId="urn:microsoft.com/office/officeart/2018/2/layout/IconVerticalSolidList"/>
    <dgm:cxn modelId="{48265A24-81FA-4D36-84B1-BC440990B2D3}" type="presOf" srcId="{67886791-27DD-4FE4-BF64-802D8D7BA672}" destId="{C85C25AA-FAB4-455B-A804-E65A1768B43D}" srcOrd="0" destOrd="0" presId="urn:microsoft.com/office/officeart/2018/2/layout/IconVerticalSolidList"/>
    <dgm:cxn modelId="{4379CD28-A93D-42DA-BEF9-D4A2DFAD277B}" type="presOf" srcId="{4512F764-8A6D-46F4-800D-5D3C91EE97C4}" destId="{C85C25AA-FAB4-455B-A804-E65A1768B43D}" srcOrd="0" destOrd="1" presId="urn:microsoft.com/office/officeart/2018/2/layout/IconVerticalSolidList"/>
    <dgm:cxn modelId="{843F362C-F12C-4CED-A1AD-91D0AAC1FD5C}" type="presOf" srcId="{05A4B8F6-1582-4C49-9D58-341425517161}" destId="{932E611B-29BA-4A51-8EDA-877B60E563FA}" srcOrd="0" destOrd="0" presId="urn:microsoft.com/office/officeart/2018/2/layout/IconVerticalSolidList"/>
    <dgm:cxn modelId="{1F6F8A5A-0028-4FDD-9705-65901A907C92}" srcId="{3318B25D-1302-462B-948B-1500780543FC}" destId="{13E95995-6E3B-4650-8158-0C7C0938BE1A}" srcOrd="0" destOrd="0" parTransId="{C8A37EB8-061C-4DBE-B53F-B88AF84CF0CC}" sibTransId="{D08210EF-EA26-4456-9AAC-75C18C49C04B}"/>
    <dgm:cxn modelId="{43067E7C-F9A8-4743-97EB-8DD056844734}" srcId="{17D989F5-38FB-4768-8E49-27576529098A}" destId="{4512F764-8A6D-46F4-800D-5D3C91EE97C4}" srcOrd="1" destOrd="0" parTransId="{74531462-EF25-4A54-AD10-6C5C91F72906}" sibTransId="{E9E23B3C-55EB-4F13-AD88-92673CC6C3FC}"/>
    <dgm:cxn modelId="{5D14767E-33A3-4A09-A886-DB08CCF3DDEF}" type="presOf" srcId="{13E95995-6E3B-4650-8158-0C7C0938BE1A}" destId="{8BC04A12-0816-42C9-85F7-58EAC28A4F47}" srcOrd="0" destOrd="0" presId="urn:microsoft.com/office/officeart/2018/2/layout/IconVerticalSolidList"/>
    <dgm:cxn modelId="{B5D23A81-447F-46C6-BF35-00FD3E839D89}" srcId="{17D989F5-38FB-4768-8E49-27576529098A}" destId="{67886791-27DD-4FE4-BF64-802D8D7BA672}" srcOrd="0" destOrd="0" parTransId="{93EE3AA6-F2B2-4AE3-B0C5-394CAAACB965}" sibTransId="{6027AD5F-249F-4F3B-93D7-19168B82D911}"/>
    <dgm:cxn modelId="{F15D3390-4B85-4771-A659-D9040D061B8B}" type="presOf" srcId="{17D989F5-38FB-4768-8E49-27576529098A}" destId="{4A9EA8FD-5267-41BC-9569-B305C2C41556}" srcOrd="0" destOrd="0" presId="urn:microsoft.com/office/officeart/2018/2/layout/IconVerticalSolidList"/>
    <dgm:cxn modelId="{9A9354B9-EDC3-48A2-AA3D-8254A154F7D9}" srcId="{3318B25D-1302-462B-948B-1500780543FC}" destId="{17D989F5-38FB-4768-8E49-27576529098A}" srcOrd="2" destOrd="0" parTransId="{0529D304-C257-4873-9643-C48139C1CB6A}" sibTransId="{468651B7-F389-4AD4-8190-D6DE18EB19F9}"/>
    <dgm:cxn modelId="{76D0D1E1-AED0-4A2B-A383-70F2B5DF54F3}" type="presOf" srcId="{5CEC87F2-2934-488B-9AF8-CDB4BFA63B28}" destId="{42D00018-BD5F-4E40-AEBA-3528A3004C4C}" srcOrd="0" destOrd="0" presId="urn:microsoft.com/office/officeart/2018/2/layout/IconVerticalSolidList"/>
    <dgm:cxn modelId="{AC21F7E8-EF9C-4F91-843F-3A6B3C346A09}" srcId="{5CEC87F2-2934-488B-9AF8-CDB4BFA63B28}" destId="{05A4B8F6-1582-4C49-9D58-341425517161}" srcOrd="0" destOrd="0" parTransId="{9A6AFDBC-8E33-4C9A-B81D-9CBAA7AD4364}" sibTransId="{9C2C9A42-5F78-48F8-AA52-776F706F7B01}"/>
    <dgm:cxn modelId="{29EF5CF6-C5B0-4C51-94B3-284834CFFFD7}" type="presOf" srcId="{F2ADA6D0-6379-41DC-8F79-A4A0BDB0199D}" destId="{2A8222E2-882B-4EBA-B3AE-55AE63AC4E73}" srcOrd="0" destOrd="0" presId="urn:microsoft.com/office/officeart/2018/2/layout/IconVerticalSolidList"/>
    <dgm:cxn modelId="{D83C69FB-6AC9-4E92-ADE3-9DEF3C19CA97}" srcId="{5CEC87F2-2934-488B-9AF8-CDB4BFA63B28}" destId="{74B9F402-3084-4BCE-B8E3-EFB95BF579B6}" srcOrd="1" destOrd="0" parTransId="{07EA72A1-5E57-4342-AE42-6D97B4EAE521}" sibTransId="{16B110D9-2C2E-4884-9665-1A173384C731}"/>
    <dgm:cxn modelId="{2C3F03FD-8922-40AF-AE7B-E8938F42207A}" type="presOf" srcId="{74B9F402-3084-4BCE-B8E3-EFB95BF579B6}" destId="{932E611B-29BA-4A51-8EDA-877B60E563FA}" srcOrd="0" destOrd="1" presId="urn:microsoft.com/office/officeart/2018/2/layout/IconVerticalSolidList"/>
    <dgm:cxn modelId="{15EBDD38-7537-421E-9AB3-D9A7BF3D66A4}" type="presParOf" srcId="{62CFE408-77B2-4806-9004-11BFDABF3164}" destId="{8923BD4B-501B-4ECA-9278-6DFD6CE66552}" srcOrd="0" destOrd="0" presId="urn:microsoft.com/office/officeart/2018/2/layout/IconVerticalSolidList"/>
    <dgm:cxn modelId="{37A1EF00-219E-42F3-B0DC-CD7D7FC28B69}" type="presParOf" srcId="{8923BD4B-501B-4ECA-9278-6DFD6CE66552}" destId="{3A91B7AE-6E2F-449E-AC25-F899E3165B0D}" srcOrd="0" destOrd="0" presId="urn:microsoft.com/office/officeart/2018/2/layout/IconVerticalSolidList"/>
    <dgm:cxn modelId="{32643EC9-526D-4EA4-8475-69A3BF2477E3}" type="presParOf" srcId="{8923BD4B-501B-4ECA-9278-6DFD6CE66552}" destId="{62C5667B-DDD3-4986-BC85-41F78919E699}" srcOrd="1" destOrd="0" presId="urn:microsoft.com/office/officeart/2018/2/layout/IconVerticalSolidList"/>
    <dgm:cxn modelId="{D79A0D28-333D-4508-A4DF-A4848DEDD122}" type="presParOf" srcId="{8923BD4B-501B-4ECA-9278-6DFD6CE66552}" destId="{DE3B6CEF-CEAD-4562-BC20-707BEE8D49B4}" srcOrd="2" destOrd="0" presId="urn:microsoft.com/office/officeart/2018/2/layout/IconVerticalSolidList"/>
    <dgm:cxn modelId="{40DBA79A-DF3B-4797-9DA5-94D01B432B0B}" type="presParOf" srcId="{8923BD4B-501B-4ECA-9278-6DFD6CE66552}" destId="{8BC04A12-0816-42C9-85F7-58EAC28A4F47}" srcOrd="3" destOrd="0" presId="urn:microsoft.com/office/officeart/2018/2/layout/IconVerticalSolidList"/>
    <dgm:cxn modelId="{61B2E36A-9CAE-40A5-B2BB-39925371FEB4}" type="presParOf" srcId="{8923BD4B-501B-4ECA-9278-6DFD6CE66552}" destId="{2A8222E2-882B-4EBA-B3AE-55AE63AC4E73}" srcOrd="4" destOrd="0" presId="urn:microsoft.com/office/officeart/2018/2/layout/IconVerticalSolidList"/>
    <dgm:cxn modelId="{D9CD11BA-F162-46EB-978A-8F0361C8A86F}" type="presParOf" srcId="{62CFE408-77B2-4806-9004-11BFDABF3164}" destId="{115DB81F-4B23-4AEF-BA64-4BDACFA678EA}" srcOrd="1" destOrd="0" presId="urn:microsoft.com/office/officeart/2018/2/layout/IconVerticalSolidList"/>
    <dgm:cxn modelId="{B28B8554-2E32-40E7-B2EF-7A3649B453FB}" type="presParOf" srcId="{62CFE408-77B2-4806-9004-11BFDABF3164}" destId="{1BB13CDF-3E15-49AF-AF38-17C68BCEBD86}" srcOrd="2" destOrd="0" presId="urn:microsoft.com/office/officeart/2018/2/layout/IconVerticalSolidList"/>
    <dgm:cxn modelId="{CCD80ED5-E5BF-4CA8-986A-248920993B32}" type="presParOf" srcId="{1BB13CDF-3E15-49AF-AF38-17C68BCEBD86}" destId="{0533CD04-B86C-4CA0-B3F9-9034F9E58185}" srcOrd="0" destOrd="0" presId="urn:microsoft.com/office/officeart/2018/2/layout/IconVerticalSolidList"/>
    <dgm:cxn modelId="{B39E238B-C438-4706-9E70-52E4CC98A461}" type="presParOf" srcId="{1BB13CDF-3E15-49AF-AF38-17C68BCEBD86}" destId="{06C44E6A-268F-41C7-AFDE-22CC63DCFA31}" srcOrd="1" destOrd="0" presId="urn:microsoft.com/office/officeart/2018/2/layout/IconVerticalSolidList"/>
    <dgm:cxn modelId="{10196FA8-7134-4B44-A858-847356A103A8}" type="presParOf" srcId="{1BB13CDF-3E15-49AF-AF38-17C68BCEBD86}" destId="{14B61185-D597-4F72-8F00-D6189CB8A084}" srcOrd="2" destOrd="0" presId="urn:microsoft.com/office/officeart/2018/2/layout/IconVerticalSolidList"/>
    <dgm:cxn modelId="{C643B348-D697-4C1F-83B7-6D952CFBF127}" type="presParOf" srcId="{1BB13CDF-3E15-49AF-AF38-17C68BCEBD86}" destId="{42D00018-BD5F-4E40-AEBA-3528A3004C4C}" srcOrd="3" destOrd="0" presId="urn:microsoft.com/office/officeart/2018/2/layout/IconVerticalSolidList"/>
    <dgm:cxn modelId="{C91D008C-44B0-4A7C-9B2C-D4D987963BC7}" type="presParOf" srcId="{1BB13CDF-3E15-49AF-AF38-17C68BCEBD86}" destId="{932E611B-29BA-4A51-8EDA-877B60E563FA}" srcOrd="4" destOrd="0" presId="urn:microsoft.com/office/officeart/2018/2/layout/IconVerticalSolidList"/>
    <dgm:cxn modelId="{8B1A262A-9873-4991-B16E-5DBF368DB6C9}" type="presParOf" srcId="{62CFE408-77B2-4806-9004-11BFDABF3164}" destId="{8F0B1B4D-E0B6-49E6-BFBA-0A7EAB0AD3C7}" srcOrd="3" destOrd="0" presId="urn:microsoft.com/office/officeart/2018/2/layout/IconVerticalSolidList"/>
    <dgm:cxn modelId="{7A597617-B38E-4C4D-B3C1-54A8F9E83FA7}" type="presParOf" srcId="{62CFE408-77B2-4806-9004-11BFDABF3164}" destId="{1F52EFA3-F560-48EE-9BEB-BD0809EFE1BD}" srcOrd="4" destOrd="0" presId="urn:microsoft.com/office/officeart/2018/2/layout/IconVerticalSolidList"/>
    <dgm:cxn modelId="{D279B5D2-9405-493A-9CB1-DFDEFA17A4A0}" type="presParOf" srcId="{1F52EFA3-F560-48EE-9BEB-BD0809EFE1BD}" destId="{65F26641-D6A5-48CE-8DC6-E24E3FAEE5DC}" srcOrd="0" destOrd="0" presId="urn:microsoft.com/office/officeart/2018/2/layout/IconVerticalSolidList"/>
    <dgm:cxn modelId="{1F590D61-CF06-43BE-934A-1C504B90B26A}" type="presParOf" srcId="{1F52EFA3-F560-48EE-9BEB-BD0809EFE1BD}" destId="{907966BD-AC3A-45EF-9A5C-4BB67A4295AB}" srcOrd="1" destOrd="0" presId="urn:microsoft.com/office/officeart/2018/2/layout/IconVerticalSolidList"/>
    <dgm:cxn modelId="{C6165117-D763-4663-B103-584C98801BDC}" type="presParOf" srcId="{1F52EFA3-F560-48EE-9BEB-BD0809EFE1BD}" destId="{F27BB17D-08C5-4EAC-8CC3-751EB8DEF0A8}" srcOrd="2" destOrd="0" presId="urn:microsoft.com/office/officeart/2018/2/layout/IconVerticalSolidList"/>
    <dgm:cxn modelId="{C5BB1001-AA55-4D1D-ADEF-78F422F6306B}" type="presParOf" srcId="{1F52EFA3-F560-48EE-9BEB-BD0809EFE1BD}" destId="{4A9EA8FD-5267-41BC-9569-B305C2C41556}" srcOrd="3" destOrd="0" presId="urn:microsoft.com/office/officeart/2018/2/layout/IconVerticalSolidList"/>
    <dgm:cxn modelId="{23875A92-88F0-4BED-BECD-BB95E992F529}" type="presParOf" srcId="{1F52EFA3-F560-48EE-9BEB-BD0809EFE1BD}" destId="{C85C25AA-FAB4-455B-A804-E65A1768B43D}"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ABF875B-7A48-4B43-9FC5-338B111C38B6}" type="doc">
      <dgm:prSet loTypeId="urn:microsoft.com/office/officeart/2018/2/layout/IconLabelDescriptionList" loCatId="icon" qsTypeId="urn:microsoft.com/office/officeart/2005/8/quickstyle/simple1" qsCatId="simple" csTypeId="urn:microsoft.com/office/officeart/2005/8/colors/accent3_2" csCatId="accent3" phldr="1"/>
      <dgm:spPr/>
      <dgm:t xml:space="preserve">
        <a:bodyPr/>
        <a:lstStyle/>
        <a:p>
          <a:endParaRPr lang="en-US"/>
        </a:p>
      </dgm:t>
    </dgm:pt>
    <dgm:pt modelId="{9B53401F-6308-45BF-A211-D70D216A8835}">
      <dgm:prSet custT="1"/>
      <dgm:spPr/>
      <dgm:t xml:space="preserve">
        <a:bodyPr/>
        <a:lstStyle/>
        <a:p>
          <a:pPr>
            <a:defRPr b="1"/>
          </a:pPr>
          <a:r>
            <a:rPr lang="en-US" sz="2000"/>
            <a:t>Identify patterns</a:t>
          </a:r>
        </a:p>
      </dgm:t>
    </dgm:pt>
    <dgm:pt modelId="{F115A05B-285C-4EDE-A800-C54BB884F019}" type="parTrans" cxnId="{70BAC112-A9E5-4010-9BF5-3F17A9AC6618}">
      <dgm:prSet/>
      <dgm:spPr/>
      <dgm:t xml:space="preserve">
        <a:bodyPr/>
        <a:lstStyle/>
        <a:p>
          <a:endParaRPr lang="en-US" sz="2400"/>
        </a:p>
      </dgm:t>
    </dgm:pt>
    <dgm:pt modelId="{905603F2-9236-4D49-A162-DCC601D1D2FE}" type="sibTrans" cxnId="{70BAC112-A9E5-4010-9BF5-3F17A9AC6618}">
      <dgm:prSet/>
      <dgm:spPr/>
      <dgm:t xml:space="preserve">
        <a:bodyPr/>
        <a:lstStyle/>
        <a:p>
          <a:endParaRPr lang="en-US" sz="2400"/>
        </a:p>
      </dgm:t>
    </dgm:pt>
    <dgm:pt modelId="{84B74D14-0550-4906-AFC8-23AD94B10BF1}">
      <dgm:prSet custT="1"/>
      <dgm:spPr/>
      <dgm:t xml:space="preserve">
        <a:bodyPr/>
        <a:lstStyle/>
        <a:p>
          <a:r>
            <a:rPr lang="en-US" sz="1600"/>
            <a:t>Such as bee declines during extremely hot and dry June–July periods.</a:t>
          </a:r>
        </a:p>
      </dgm:t>
    </dgm:pt>
    <dgm:pt modelId="{A85C7ECC-F2A8-409C-A164-45F560818110}" type="parTrans" cxnId="{DF00254B-A4BE-49F6-BF1A-B3C16DF31CAE}">
      <dgm:prSet/>
      <dgm:spPr/>
      <dgm:t xml:space="preserve">
        <a:bodyPr/>
        <a:lstStyle/>
        <a:p>
          <a:endParaRPr lang="en-US" sz="2400"/>
        </a:p>
      </dgm:t>
    </dgm:pt>
    <dgm:pt modelId="{7861E484-BF5D-4C66-8070-2780123BC3C8}" type="sibTrans" cxnId="{DF00254B-A4BE-49F6-BF1A-B3C16DF31CAE}">
      <dgm:prSet/>
      <dgm:spPr/>
      <dgm:t xml:space="preserve">
        <a:bodyPr/>
        <a:lstStyle/>
        <a:p>
          <a:endParaRPr lang="en-US" sz="2400"/>
        </a:p>
      </dgm:t>
    </dgm:pt>
    <dgm:pt modelId="{C3DFAADC-50A9-48AE-BFB9-DDDEDA47124F}">
      <dgm:prSet custT="1"/>
      <dgm:spPr/>
      <dgm:t xml:space="preserve">
        <a:bodyPr/>
        <a:lstStyle/>
        <a:p>
          <a:pPr>
            <a:defRPr b="1"/>
          </a:pPr>
          <a:r>
            <a:rPr lang="en-US" sz="2000"/>
            <a:t>Consider the role of events</a:t>
          </a:r>
        </a:p>
      </dgm:t>
    </dgm:pt>
    <dgm:pt modelId="{94B73184-5496-4EB9-A7DF-BCF8F07F3D39}" type="parTrans" cxnId="{946AB685-1A24-456F-9E12-3520E2A06E80}">
      <dgm:prSet/>
      <dgm:spPr/>
      <dgm:t xml:space="preserve">
        <a:bodyPr/>
        <a:lstStyle/>
        <a:p>
          <a:endParaRPr lang="en-US" sz="2400"/>
        </a:p>
      </dgm:t>
    </dgm:pt>
    <dgm:pt modelId="{406C99E8-CA8A-4767-A05E-F8BB7A47ACED}" type="sibTrans" cxnId="{946AB685-1A24-456F-9E12-3520E2A06E80}">
      <dgm:prSet/>
      <dgm:spPr/>
      <dgm:t xml:space="preserve">
        <a:bodyPr/>
        <a:lstStyle/>
        <a:p>
          <a:endParaRPr lang="en-US" sz="2400"/>
        </a:p>
      </dgm:t>
    </dgm:pt>
    <dgm:pt modelId="{794C20B2-01EC-4362-9D0C-BC63E532D12D}">
      <dgm:prSet custT="1"/>
      <dgm:spPr/>
      <dgm:t xml:space="preserve">
        <a:bodyPr/>
        <a:lstStyle/>
        <a:p>
          <a:r>
            <a:rPr lang="en-US" sz="1600"/>
            <a:t>Like pesticide use, in worsening the decline.</a:t>
          </a:r>
        </a:p>
      </dgm:t>
    </dgm:pt>
    <dgm:pt modelId="{C52FA380-7037-48AB-808F-32E47521F2FB}" type="parTrans" cxnId="{027DA279-2707-41C2-BDD0-8684AD567554}">
      <dgm:prSet/>
      <dgm:spPr/>
      <dgm:t xml:space="preserve">
        <a:bodyPr/>
        <a:lstStyle/>
        <a:p>
          <a:endParaRPr lang="en-US" sz="2400"/>
        </a:p>
      </dgm:t>
    </dgm:pt>
    <dgm:pt modelId="{0E92E5B5-9994-40FA-989A-A8A660A8A8D2}" type="sibTrans" cxnId="{027DA279-2707-41C2-BDD0-8684AD567554}">
      <dgm:prSet/>
      <dgm:spPr/>
      <dgm:t xml:space="preserve">
        <a:bodyPr/>
        <a:lstStyle/>
        <a:p>
          <a:endParaRPr lang="en-US" sz="2400"/>
        </a:p>
      </dgm:t>
    </dgm:pt>
    <dgm:pt modelId="{A9A9D778-8FE9-4554-B840-B4FB67B78819}">
      <dgm:prSet custT="1"/>
      <dgm:spPr/>
      <dgm:t xml:space="preserve">
        <a:bodyPr/>
        <a:lstStyle/>
        <a:p>
          <a:pPr>
            <a:defRPr b="1"/>
          </a:pPr>
          <a:r>
            <a:rPr lang="en-US" sz="2000"/>
            <a:t xml:space="preserve">Distinguish correlation from causation </a:t>
          </a:r>
        </a:p>
      </dgm:t>
    </dgm:pt>
    <dgm:pt modelId="{1CDE9B47-66C3-49C0-8161-FDAEE928854D}" type="parTrans" cxnId="{3C4F3699-47FB-448D-BB82-9DE160957258}">
      <dgm:prSet/>
      <dgm:spPr/>
      <dgm:t xml:space="preserve">
        <a:bodyPr/>
        <a:lstStyle/>
        <a:p>
          <a:endParaRPr lang="en-US" sz="2400"/>
        </a:p>
      </dgm:t>
    </dgm:pt>
    <dgm:pt modelId="{A44BFEEB-9157-4C8D-B782-CD70C26A9585}" type="sibTrans" cxnId="{3C4F3699-47FB-448D-BB82-9DE160957258}">
      <dgm:prSet/>
      <dgm:spPr/>
      <dgm:t xml:space="preserve">
        <a:bodyPr/>
        <a:lstStyle/>
        <a:p>
          <a:endParaRPr lang="en-US" sz="2400"/>
        </a:p>
      </dgm:t>
    </dgm:pt>
    <dgm:pt modelId="{AC573719-5253-408A-AF11-48AA93AE6A49}">
      <dgm:prSet custT="1"/>
      <dgm:spPr/>
      <dgm:t xml:space="preserve">
        <a:bodyPr/>
        <a:lstStyle/>
        <a:p>
          <a:r>
            <a:rPr lang="en-US" sz="1600"/>
            <a:t>The data may suggest a link, but further investigation is needed for certainty.</a:t>
          </a:r>
        </a:p>
      </dgm:t>
    </dgm:pt>
    <dgm:pt modelId="{80D90857-D20D-4961-A75E-0DCB9728D420}" type="parTrans" cxnId="{0D21AC64-C5F3-4C3B-83D3-482FB02F28B3}">
      <dgm:prSet/>
      <dgm:spPr/>
      <dgm:t xml:space="preserve">
        <a:bodyPr/>
        <a:lstStyle/>
        <a:p>
          <a:endParaRPr lang="en-US" sz="2400"/>
        </a:p>
      </dgm:t>
    </dgm:pt>
    <dgm:pt modelId="{E06A3D82-0198-4F0B-86DA-A9E6CA43D9E6}" type="sibTrans" cxnId="{0D21AC64-C5F3-4C3B-83D3-482FB02F28B3}">
      <dgm:prSet/>
      <dgm:spPr/>
      <dgm:t xml:space="preserve">
        <a:bodyPr/>
        <a:lstStyle/>
        <a:p>
          <a:endParaRPr lang="en-US" sz="2400"/>
        </a:p>
      </dgm:t>
    </dgm:pt>
    <dgm:pt modelId="{8E590E1C-A887-477D-B0AC-9891CB42BF44}" type="pres">
      <dgm:prSet presAssocID="{5ABF875B-7A48-4B43-9FC5-338B111C38B6}" presName="root" presStyleCnt="0">
        <dgm:presLayoutVars>
          <dgm:dir/>
          <dgm:resizeHandles val="exact"/>
        </dgm:presLayoutVars>
      </dgm:prSet>
      <dgm:spPr/>
    </dgm:pt>
    <dgm:pt modelId="{027266B2-CC81-4D84-B342-F09A797B460C}" type="pres">
      <dgm:prSet presAssocID="{9B53401F-6308-45BF-A211-D70D216A8835}" presName="compNode" presStyleCnt="0"/>
      <dgm:spPr/>
    </dgm:pt>
    <dgm:pt modelId="{16BEE1CF-D7E1-4503-9782-311CF49DDACC}" type="pres">
      <dgm:prSet presAssocID="{9B53401F-6308-45BF-A211-D70D216A8835}"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ee"/>
        </a:ext>
      </dgm:extLst>
    </dgm:pt>
    <dgm:pt modelId="{659D05B0-7136-42C2-8F5E-48A06460620B}" type="pres">
      <dgm:prSet presAssocID="{9B53401F-6308-45BF-A211-D70D216A8835}" presName="iconSpace" presStyleCnt="0"/>
      <dgm:spPr/>
    </dgm:pt>
    <dgm:pt modelId="{3E6A0E02-EEFC-487E-968F-CBBA0B2B6B97}" type="pres">
      <dgm:prSet presAssocID="{9B53401F-6308-45BF-A211-D70D216A8835}" presName="parTx" presStyleLbl="revTx" presStyleIdx="0" presStyleCnt="6">
        <dgm:presLayoutVars>
          <dgm:chMax val="0"/>
          <dgm:chPref val="0"/>
        </dgm:presLayoutVars>
      </dgm:prSet>
      <dgm:spPr/>
    </dgm:pt>
    <dgm:pt modelId="{E0010FED-3860-4A8D-876A-C26965A1A6B2}" type="pres">
      <dgm:prSet presAssocID="{9B53401F-6308-45BF-A211-D70D216A8835}" presName="txSpace" presStyleCnt="0"/>
      <dgm:spPr/>
    </dgm:pt>
    <dgm:pt modelId="{C785E09B-BD2B-4DBF-8A19-FFF2C028C464}" type="pres">
      <dgm:prSet presAssocID="{9B53401F-6308-45BF-A211-D70D216A8835}" presName="desTx" presStyleLbl="revTx" presStyleIdx="1" presStyleCnt="6">
        <dgm:presLayoutVars/>
      </dgm:prSet>
      <dgm:spPr/>
    </dgm:pt>
    <dgm:pt modelId="{2E5362CC-B43C-4C34-B160-3AB297697D6C}" type="pres">
      <dgm:prSet presAssocID="{905603F2-9236-4D49-A162-DCC601D1D2FE}" presName="sibTrans" presStyleCnt="0"/>
      <dgm:spPr/>
    </dgm:pt>
    <dgm:pt modelId="{6E1C7342-72B8-41D2-AAE1-6624A26B5650}" type="pres">
      <dgm:prSet presAssocID="{C3DFAADC-50A9-48AE-BFB9-DDDEDA47124F}" presName="compNode" presStyleCnt="0"/>
      <dgm:spPr/>
    </dgm:pt>
    <dgm:pt modelId="{E0622E55-AC95-46A3-998F-A02A6CDBA228}" type="pres">
      <dgm:prSet presAssocID="{C3DFAADC-50A9-48AE-BFB9-DDDEDA47124F}"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g spray"/>
        </a:ext>
      </dgm:extLst>
    </dgm:pt>
    <dgm:pt modelId="{44B75CC4-8B40-406E-B565-0E825578E8AB}" type="pres">
      <dgm:prSet presAssocID="{C3DFAADC-50A9-48AE-BFB9-DDDEDA47124F}" presName="iconSpace" presStyleCnt="0"/>
      <dgm:spPr/>
    </dgm:pt>
    <dgm:pt modelId="{7BCA1791-B85B-4D7C-8701-75CCD5E3AA09}" type="pres">
      <dgm:prSet presAssocID="{C3DFAADC-50A9-48AE-BFB9-DDDEDA47124F}" presName="parTx" presStyleLbl="revTx" presStyleIdx="2" presStyleCnt="6">
        <dgm:presLayoutVars>
          <dgm:chMax val="0"/>
          <dgm:chPref val="0"/>
        </dgm:presLayoutVars>
      </dgm:prSet>
      <dgm:spPr/>
    </dgm:pt>
    <dgm:pt modelId="{F4E4F67B-46C5-4493-BD92-41D4CD3509C8}" type="pres">
      <dgm:prSet presAssocID="{C3DFAADC-50A9-48AE-BFB9-DDDEDA47124F}" presName="txSpace" presStyleCnt="0"/>
      <dgm:spPr/>
    </dgm:pt>
    <dgm:pt modelId="{1BA3A494-8695-4665-BE9D-B17827193DDA}" type="pres">
      <dgm:prSet presAssocID="{C3DFAADC-50A9-48AE-BFB9-DDDEDA47124F}" presName="desTx" presStyleLbl="revTx" presStyleIdx="3" presStyleCnt="6">
        <dgm:presLayoutVars/>
      </dgm:prSet>
      <dgm:spPr/>
    </dgm:pt>
    <dgm:pt modelId="{6BC5D706-1B74-48DD-8976-73408C184BFB}" type="pres">
      <dgm:prSet presAssocID="{406C99E8-CA8A-4767-A05E-F8BB7A47ACED}" presName="sibTrans" presStyleCnt="0"/>
      <dgm:spPr/>
    </dgm:pt>
    <dgm:pt modelId="{622F1C42-4268-433A-B19A-508F54F0A011}" type="pres">
      <dgm:prSet presAssocID="{A9A9D778-8FE9-4554-B840-B4FB67B78819}" presName="compNode" presStyleCnt="0"/>
      <dgm:spPr/>
    </dgm:pt>
    <dgm:pt modelId="{32FD413B-169B-4DF8-8A95-DB0E7B999BEC}" type="pres">
      <dgm:prSet presAssocID="{A9A9D778-8FE9-4554-B840-B4FB67B78819}"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agnifying glass"/>
        </a:ext>
      </dgm:extLst>
    </dgm:pt>
    <dgm:pt modelId="{C3BD0379-BEF8-47E2-9CC0-04BADFA3B563}" type="pres">
      <dgm:prSet presAssocID="{A9A9D778-8FE9-4554-B840-B4FB67B78819}" presName="iconSpace" presStyleCnt="0"/>
      <dgm:spPr/>
    </dgm:pt>
    <dgm:pt modelId="{C0DE75F0-8AAD-440D-AB5D-570274523F25}" type="pres">
      <dgm:prSet presAssocID="{A9A9D778-8FE9-4554-B840-B4FB67B78819}" presName="parTx" presStyleLbl="revTx" presStyleIdx="4" presStyleCnt="6">
        <dgm:presLayoutVars>
          <dgm:chMax val="0"/>
          <dgm:chPref val="0"/>
        </dgm:presLayoutVars>
      </dgm:prSet>
      <dgm:spPr/>
    </dgm:pt>
    <dgm:pt modelId="{98530471-6C68-4F4F-86C5-E3588B46426A}" type="pres">
      <dgm:prSet presAssocID="{A9A9D778-8FE9-4554-B840-B4FB67B78819}" presName="txSpace" presStyleCnt="0"/>
      <dgm:spPr/>
    </dgm:pt>
    <dgm:pt modelId="{1581968E-F855-4101-B1E1-E9DDDB7A63E8}" type="pres">
      <dgm:prSet presAssocID="{A9A9D778-8FE9-4554-B840-B4FB67B78819}" presName="desTx" presStyleLbl="revTx" presStyleIdx="5" presStyleCnt="6">
        <dgm:presLayoutVars/>
      </dgm:prSet>
      <dgm:spPr/>
    </dgm:pt>
  </dgm:ptLst>
  <dgm:cxnLst>
    <dgm:cxn modelId="{70BAC112-A9E5-4010-9BF5-3F17A9AC6618}" srcId="{5ABF875B-7A48-4B43-9FC5-338B111C38B6}" destId="{9B53401F-6308-45BF-A211-D70D216A8835}" srcOrd="0" destOrd="0" parTransId="{F115A05B-285C-4EDE-A800-C54BB884F019}" sibTransId="{905603F2-9236-4D49-A162-DCC601D1D2FE}"/>
    <dgm:cxn modelId="{25772516-3CDB-48CA-8EF6-149027FE2C33}" type="presOf" srcId="{9B53401F-6308-45BF-A211-D70D216A8835}" destId="{3E6A0E02-EEFC-487E-968F-CBBA0B2B6B97}" srcOrd="0" destOrd="0" presId="urn:microsoft.com/office/officeart/2018/2/layout/IconLabelDescriptionList"/>
    <dgm:cxn modelId="{AEB20431-09A3-4E5F-ACB2-BA1E89937C25}" type="presOf" srcId="{AC573719-5253-408A-AF11-48AA93AE6A49}" destId="{1581968E-F855-4101-B1E1-E9DDDB7A63E8}" srcOrd="0" destOrd="0" presId="urn:microsoft.com/office/officeart/2018/2/layout/IconLabelDescriptionList"/>
    <dgm:cxn modelId="{09A4815C-69A7-4480-B004-D78D5FE249B4}" type="presOf" srcId="{5ABF875B-7A48-4B43-9FC5-338B111C38B6}" destId="{8E590E1C-A887-477D-B0AC-9891CB42BF44}" srcOrd="0" destOrd="0" presId="urn:microsoft.com/office/officeart/2018/2/layout/IconLabelDescriptionList"/>
    <dgm:cxn modelId="{60D82D61-8ED4-4564-B8F0-DB78866E6434}" type="presOf" srcId="{794C20B2-01EC-4362-9D0C-BC63E532D12D}" destId="{1BA3A494-8695-4665-BE9D-B17827193DDA}" srcOrd="0" destOrd="0" presId="urn:microsoft.com/office/officeart/2018/2/layout/IconLabelDescriptionList"/>
    <dgm:cxn modelId="{0D21AC64-C5F3-4C3B-83D3-482FB02F28B3}" srcId="{A9A9D778-8FE9-4554-B840-B4FB67B78819}" destId="{AC573719-5253-408A-AF11-48AA93AE6A49}" srcOrd="0" destOrd="0" parTransId="{80D90857-D20D-4961-A75E-0DCB9728D420}" sibTransId="{E06A3D82-0198-4F0B-86DA-A9E6CA43D9E6}"/>
    <dgm:cxn modelId="{DF00254B-A4BE-49F6-BF1A-B3C16DF31CAE}" srcId="{9B53401F-6308-45BF-A211-D70D216A8835}" destId="{84B74D14-0550-4906-AFC8-23AD94B10BF1}" srcOrd="0" destOrd="0" parTransId="{A85C7ECC-F2A8-409C-A164-45F560818110}" sibTransId="{7861E484-BF5D-4C66-8070-2780123BC3C8}"/>
    <dgm:cxn modelId="{CA91644D-ED22-43D3-8843-7ACC35D98CF0}" type="presOf" srcId="{84B74D14-0550-4906-AFC8-23AD94B10BF1}" destId="{C785E09B-BD2B-4DBF-8A19-FFF2C028C464}" srcOrd="0" destOrd="0" presId="urn:microsoft.com/office/officeart/2018/2/layout/IconLabelDescriptionList"/>
    <dgm:cxn modelId="{027DA279-2707-41C2-BDD0-8684AD567554}" srcId="{C3DFAADC-50A9-48AE-BFB9-DDDEDA47124F}" destId="{794C20B2-01EC-4362-9D0C-BC63E532D12D}" srcOrd="0" destOrd="0" parTransId="{C52FA380-7037-48AB-808F-32E47521F2FB}" sibTransId="{0E92E5B5-9994-40FA-989A-A8A660A8A8D2}"/>
    <dgm:cxn modelId="{946AB685-1A24-456F-9E12-3520E2A06E80}" srcId="{5ABF875B-7A48-4B43-9FC5-338B111C38B6}" destId="{C3DFAADC-50A9-48AE-BFB9-DDDEDA47124F}" srcOrd="1" destOrd="0" parTransId="{94B73184-5496-4EB9-A7DF-BCF8F07F3D39}" sibTransId="{406C99E8-CA8A-4767-A05E-F8BB7A47ACED}"/>
    <dgm:cxn modelId="{3C4F3699-47FB-448D-BB82-9DE160957258}" srcId="{5ABF875B-7A48-4B43-9FC5-338B111C38B6}" destId="{A9A9D778-8FE9-4554-B840-B4FB67B78819}" srcOrd="2" destOrd="0" parTransId="{1CDE9B47-66C3-49C0-8161-FDAEE928854D}" sibTransId="{A44BFEEB-9157-4C8D-B782-CD70C26A9585}"/>
    <dgm:cxn modelId="{2E788ED1-0397-46B6-82D7-8FDA29B16884}" type="presOf" srcId="{C3DFAADC-50A9-48AE-BFB9-DDDEDA47124F}" destId="{7BCA1791-B85B-4D7C-8701-75CCD5E3AA09}" srcOrd="0" destOrd="0" presId="urn:microsoft.com/office/officeart/2018/2/layout/IconLabelDescriptionList"/>
    <dgm:cxn modelId="{6D85F8EF-7055-435C-813A-F76B8FB32629}" type="presOf" srcId="{A9A9D778-8FE9-4554-B840-B4FB67B78819}" destId="{C0DE75F0-8AAD-440D-AB5D-570274523F25}" srcOrd="0" destOrd="0" presId="urn:microsoft.com/office/officeart/2018/2/layout/IconLabelDescriptionList"/>
    <dgm:cxn modelId="{B7A034F7-FF55-4D36-8858-0D7334955D8A}" type="presParOf" srcId="{8E590E1C-A887-477D-B0AC-9891CB42BF44}" destId="{027266B2-CC81-4D84-B342-F09A797B460C}" srcOrd="0" destOrd="0" presId="urn:microsoft.com/office/officeart/2018/2/layout/IconLabelDescriptionList"/>
    <dgm:cxn modelId="{C55D56D9-F003-4CE8-80A3-857BDD95D66A}" type="presParOf" srcId="{027266B2-CC81-4D84-B342-F09A797B460C}" destId="{16BEE1CF-D7E1-4503-9782-311CF49DDACC}" srcOrd="0" destOrd="0" presId="urn:microsoft.com/office/officeart/2018/2/layout/IconLabelDescriptionList"/>
    <dgm:cxn modelId="{5746E7CF-E1EB-4F80-90B6-6B5C10B68161}" type="presParOf" srcId="{027266B2-CC81-4D84-B342-F09A797B460C}" destId="{659D05B0-7136-42C2-8F5E-48A06460620B}" srcOrd="1" destOrd="0" presId="urn:microsoft.com/office/officeart/2018/2/layout/IconLabelDescriptionList"/>
    <dgm:cxn modelId="{30022326-0FF9-46F0-BD8E-D89CFDAD09D9}" type="presParOf" srcId="{027266B2-CC81-4D84-B342-F09A797B460C}" destId="{3E6A0E02-EEFC-487E-968F-CBBA0B2B6B97}" srcOrd="2" destOrd="0" presId="urn:microsoft.com/office/officeart/2018/2/layout/IconLabelDescriptionList"/>
    <dgm:cxn modelId="{A7708F4A-E666-4580-A330-692C38561B45}" type="presParOf" srcId="{027266B2-CC81-4D84-B342-F09A797B460C}" destId="{E0010FED-3860-4A8D-876A-C26965A1A6B2}" srcOrd="3" destOrd="0" presId="urn:microsoft.com/office/officeart/2018/2/layout/IconLabelDescriptionList"/>
    <dgm:cxn modelId="{22B75523-8D7A-4AAE-A030-DD1AC6EDDEE4}" type="presParOf" srcId="{027266B2-CC81-4D84-B342-F09A797B460C}" destId="{C785E09B-BD2B-4DBF-8A19-FFF2C028C464}" srcOrd="4" destOrd="0" presId="urn:microsoft.com/office/officeart/2018/2/layout/IconLabelDescriptionList"/>
    <dgm:cxn modelId="{810F6AD9-FC5F-43E0-84B8-908095759C57}" type="presParOf" srcId="{8E590E1C-A887-477D-B0AC-9891CB42BF44}" destId="{2E5362CC-B43C-4C34-B160-3AB297697D6C}" srcOrd="1" destOrd="0" presId="urn:microsoft.com/office/officeart/2018/2/layout/IconLabelDescriptionList"/>
    <dgm:cxn modelId="{A90FA21F-3F01-4B95-89EC-323A8CB789C5}" type="presParOf" srcId="{8E590E1C-A887-477D-B0AC-9891CB42BF44}" destId="{6E1C7342-72B8-41D2-AAE1-6624A26B5650}" srcOrd="2" destOrd="0" presId="urn:microsoft.com/office/officeart/2018/2/layout/IconLabelDescriptionList"/>
    <dgm:cxn modelId="{12C6D17B-EEF5-41BD-B891-281AF8251247}" type="presParOf" srcId="{6E1C7342-72B8-41D2-AAE1-6624A26B5650}" destId="{E0622E55-AC95-46A3-998F-A02A6CDBA228}" srcOrd="0" destOrd="0" presId="urn:microsoft.com/office/officeart/2018/2/layout/IconLabelDescriptionList"/>
    <dgm:cxn modelId="{773218A3-00F3-4D10-9995-A0A8848DBE09}" type="presParOf" srcId="{6E1C7342-72B8-41D2-AAE1-6624A26B5650}" destId="{44B75CC4-8B40-406E-B565-0E825578E8AB}" srcOrd="1" destOrd="0" presId="urn:microsoft.com/office/officeart/2018/2/layout/IconLabelDescriptionList"/>
    <dgm:cxn modelId="{00567668-E0A6-42C5-8598-1128AB30C72D}" type="presParOf" srcId="{6E1C7342-72B8-41D2-AAE1-6624A26B5650}" destId="{7BCA1791-B85B-4D7C-8701-75CCD5E3AA09}" srcOrd="2" destOrd="0" presId="urn:microsoft.com/office/officeart/2018/2/layout/IconLabelDescriptionList"/>
    <dgm:cxn modelId="{9D334FE6-2E09-4CA4-800C-268BE97722EE}" type="presParOf" srcId="{6E1C7342-72B8-41D2-AAE1-6624A26B5650}" destId="{F4E4F67B-46C5-4493-BD92-41D4CD3509C8}" srcOrd="3" destOrd="0" presId="urn:microsoft.com/office/officeart/2018/2/layout/IconLabelDescriptionList"/>
    <dgm:cxn modelId="{3658FE18-8B42-435C-9DD7-D264A8B65856}" type="presParOf" srcId="{6E1C7342-72B8-41D2-AAE1-6624A26B5650}" destId="{1BA3A494-8695-4665-BE9D-B17827193DDA}" srcOrd="4" destOrd="0" presId="urn:microsoft.com/office/officeart/2018/2/layout/IconLabelDescriptionList"/>
    <dgm:cxn modelId="{F2473B58-FCB8-4E78-8B8F-7DABDBCB3CE3}" type="presParOf" srcId="{8E590E1C-A887-477D-B0AC-9891CB42BF44}" destId="{6BC5D706-1B74-48DD-8976-73408C184BFB}" srcOrd="3" destOrd="0" presId="urn:microsoft.com/office/officeart/2018/2/layout/IconLabelDescriptionList"/>
    <dgm:cxn modelId="{84C5F502-8ABC-4486-92B6-6A2B21A1BFCD}" type="presParOf" srcId="{8E590E1C-A887-477D-B0AC-9891CB42BF44}" destId="{622F1C42-4268-433A-B19A-508F54F0A011}" srcOrd="4" destOrd="0" presId="urn:microsoft.com/office/officeart/2018/2/layout/IconLabelDescriptionList"/>
    <dgm:cxn modelId="{CD5C6418-3D5C-4B7D-A365-C99A86904101}" type="presParOf" srcId="{622F1C42-4268-433A-B19A-508F54F0A011}" destId="{32FD413B-169B-4DF8-8A95-DB0E7B999BEC}" srcOrd="0" destOrd="0" presId="urn:microsoft.com/office/officeart/2018/2/layout/IconLabelDescriptionList"/>
    <dgm:cxn modelId="{FB79331E-29A9-4132-92FE-094A41E7706B}" type="presParOf" srcId="{622F1C42-4268-433A-B19A-508F54F0A011}" destId="{C3BD0379-BEF8-47E2-9CC0-04BADFA3B563}" srcOrd="1" destOrd="0" presId="urn:microsoft.com/office/officeart/2018/2/layout/IconLabelDescriptionList"/>
    <dgm:cxn modelId="{97C1D799-29C5-4414-ADE3-4C0276C58559}" type="presParOf" srcId="{622F1C42-4268-433A-B19A-508F54F0A011}" destId="{C0DE75F0-8AAD-440D-AB5D-570274523F25}" srcOrd="2" destOrd="0" presId="urn:microsoft.com/office/officeart/2018/2/layout/IconLabelDescriptionList"/>
    <dgm:cxn modelId="{1A6D8FA9-9289-4267-9018-FDBF74569634}" type="presParOf" srcId="{622F1C42-4268-433A-B19A-508F54F0A011}" destId="{98530471-6C68-4F4F-86C5-E3588B46426A}" srcOrd="3" destOrd="0" presId="urn:microsoft.com/office/officeart/2018/2/layout/IconLabelDescriptionList"/>
    <dgm:cxn modelId="{02FFE9C4-55E9-4128-8E27-FB1A358B0E9A}" type="presParOf" srcId="{622F1C42-4268-433A-B19A-508F54F0A011}" destId="{1581968E-F855-4101-B1E1-E9DDDB7A63E8}"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2DB14EA-E7AF-458E-822C-C741DC29ED39}" type="doc">
      <dgm:prSet loTypeId="urn:microsoft.com/office/officeart/2018/2/layout/IconVerticalSolidList" loCatId="icon" qsTypeId="urn:microsoft.com/office/officeart/2005/8/quickstyle/simple1" qsCatId="simple" csTypeId="urn:microsoft.com/office/officeart/2005/8/colors/accent2_2" csCatId="accent2" phldr="1"/>
      <dgm:spPr/>
      <dgm:t xml:space="preserve">
        <a:bodyPr/>
        <a:lstStyle/>
        <a:p>
          <a:endParaRPr lang="en-US"/>
        </a:p>
      </dgm:t>
    </dgm:pt>
    <dgm:pt modelId="{D5C4329D-AE88-40EA-99E0-80C2D391DCE0}">
      <dgm:prSet/>
      <dgm:spPr/>
      <dgm:t xml:space="preserve">
        <a:bodyPr/>
        <a:lstStyle/>
        <a:p>
          <a:r>
            <a:rPr lang="en-US"/>
            <a:t>Heat Stress</a:t>
          </a:r>
        </a:p>
      </dgm:t>
    </dgm:pt>
    <dgm:pt modelId="{C2CC5909-3C45-4A10-AE36-4E08786746D3}" type="parTrans" cxnId="{41943357-D21A-4868-8A14-7EB3A7C7F19D}">
      <dgm:prSet/>
      <dgm:spPr/>
      <dgm:t xml:space="preserve">
        <a:bodyPr/>
        <a:lstStyle/>
        <a:p>
          <a:endParaRPr lang="en-US"/>
        </a:p>
      </dgm:t>
    </dgm:pt>
    <dgm:pt modelId="{DB9C6D0A-9AC9-45B7-8942-3EF287950D7B}" type="sibTrans" cxnId="{41943357-D21A-4868-8A14-7EB3A7C7F19D}">
      <dgm:prSet/>
      <dgm:spPr/>
      <dgm:t xml:space="preserve">
        <a:bodyPr/>
        <a:lstStyle/>
        <a:p>
          <a:endParaRPr lang="en-US"/>
        </a:p>
      </dgm:t>
    </dgm:pt>
    <dgm:pt modelId="{ED6ED5D3-AC86-4838-8519-D2453424B6C2}">
      <dgm:prSet/>
      <dgm:spPr/>
      <dgm:t xml:space="preserve">
        <a:bodyPr/>
        <a:lstStyle/>
        <a:p>
          <a:r>
            <a:rPr lang="en-US"/>
            <a:t>Primary factor affecting bee activity</a:t>
          </a:r>
        </a:p>
      </dgm:t>
    </dgm:pt>
    <dgm:pt modelId="{3708842F-BF6E-4749-A7EB-53F6AF58B5E1}" type="parTrans" cxnId="{058B3009-7C30-4598-A8E3-B6A7AD7D3698}">
      <dgm:prSet/>
      <dgm:spPr/>
      <dgm:t xml:space="preserve">
        <a:bodyPr/>
        <a:lstStyle/>
        <a:p>
          <a:endParaRPr lang="en-US"/>
        </a:p>
      </dgm:t>
    </dgm:pt>
    <dgm:pt modelId="{D200B7B3-B1EB-49E8-9A84-AD74FEC26DB3}" type="sibTrans" cxnId="{058B3009-7C30-4598-A8E3-B6A7AD7D3698}">
      <dgm:prSet/>
      <dgm:spPr/>
      <dgm:t xml:space="preserve">
        <a:bodyPr/>
        <a:lstStyle/>
        <a:p>
          <a:endParaRPr lang="en-US"/>
        </a:p>
      </dgm:t>
    </dgm:pt>
    <dgm:pt modelId="{2DEC7436-54B1-4A27-BBC0-3C0AE0B179D4}">
      <dgm:prSet/>
      <dgm:spPr/>
      <dgm:t xml:space="preserve">
        <a:bodyPr/>
        <a:lstStyle/>
        <a:p>
          <a:r>
            <a:rPr lang="en-US"/>
            <a:t>Drought Conditions</a:t>
          </a:r>
        </a:p>
      </dgm:t>
    </dgm:pt>
    <dgm:pt modelId="{00F889B0-1BE5-4C60-865D-C940859E418E}" type="parTrans" cxnId="{7CEEBBBE-C69D-45AB-86ED-03178855F884}">
      <dgm:prSet/>
      <dgm:spPr/>
      <dgm:t xml:space="preserve">
        <a:bodyPr/>
        <a:lstStyle/>
        <a:p>
          <a:endParaRPr lang="en-US"/>
        </a:p>
      </dgm:t>
    </dgm:pt>
    <dgm:pt modelId="{2CB53ADE-0EAC-466D-9EC7-BA9A585ED097}" type="sibTrans" cxnId="{7CEEBBBE-C69D-45AB-86ED-03178855F884}">
      <dgm:prSet/>
      <dgm:spPr/>
      <dgm:t xml:space="preserve">
        <a:bodyPr/>
        <a:lstStyle/>
        <a:p>
          <a:endParaRPr lang="en-US"/>
        </a:p>
      </dgm:t>
    </dgm:pt>
    <dgm:pt modelId="{DEF271CE-9FA1-4E0B-8C1A-4B22B26FE35D}">
      <dgm:prSet/>
      <dgm:spPr/>
      <dgm:t xml:space="preserve">
        <a:bodyPr/>
        <a:lstStyle/>
        <a:p>
          <a:r>
            <a:rPr lang="en-US"/>
            <a:t>Reduced nectar and pollen availability</a:t>
          </a:r>
        </a:p>
      </dgm:t>
    </dgm:pt>
    <dgm:pt modelId="{C024DE29-49E0-4A83-B821-06BA88231A2C}" type="parTrans" cxnId="{A5F0AC57-4AB3-4E5C-8A60-7012B17CD2AF}">
      <dgm:prSet/>
      <dgm:spPr/>
      <dgm:t xml:space="preserve">
        <a:bodyPr/>
        <a:lstStyle/>
        <a:p>
          <a:endParaRPr lang="en-US"/>
        </a:p>
      </dgm:t>
    </dgm:pt>
    <dgm:pt modelId="{0A5CF543-A313-4D8F-950E-04958E7854B7}" type="sibTrans" cxnId="{A5F0AC57-4AB3-4E5C-8A60-7012B17CD2AF}">
      <dgm:prSet/>
      <dgm:spPr/>
      <dgm:t xml:space="preserve">
        <a:bodyPr/>
        <a:lstStyle/>
        <a:p>
          <a:endParaRPr lang="en-US"/>
        </a:p>
      </dgm:t>
    </dgm:pt>
    <dgm:pt modelId="{151A5E91-775A-4D73-8CC9-A4A8E8541F58}">
      <dgm:prSet/>
      <dgm:spPr/>
      <dgm:t xml:space="preserve">
        <a:bodyPr/>
        <a:lstStyle/>
        <a:p>
          <a:r>
            <a:rPr lang="en-US"/>
            <a:t>Temporary Effect</a:t>
          </a:r>
        </a:p>
      </dgm:t>
    </dgm:pt>
    <dgm:pt modelId="{A387803B-3FDC-4F04-8D8C-1940896DEEC8}" type="parTrans" cxnId="{1327C0FB-7324-4AB4-BE10-7B5F64CAA91D}">
      <dgm:prSet/>
      <dgm:spPr/>
      <dgm:t xml:space="preserve">
        <a:bodyPr/>
        <a:lstStyle/>
        <a:p>
          <a:endParaRPr lang="en-US"/>
        </a:p>
      </dgm:t>
    </dgm:pt>
    <dgm:pt modelId="{FFB5FA46-075F-40FE-A219-2EF463E7B20B}" type="sibTrans" cxnId="{1327C0FB-7324-4AB4-BE10-7B5F64CAA91D}">
      <dgm:prSet/>
      <dgm:spPr/>
      <dgm:t xml:space="preserve">
        <a:bodyPr/>
        <a:lstStyle/>
        <a:p>
          <a:endParaRPr lang="en-US"/>
        </a:p>
      </dgm:t>
    </dgm:pt>
    <dgm:pt modelId="{43FE32BB-5EB7-459E-AC30-51D4F825423D}">
      <dgm:prSet/>
      <dgm:spPr/>
      <dgm:t xml:space="preserve">
        <a:bodyPr/>
        <a:lstStyle/>
        <a:p>
          <a:r>
            <a:rPr lang="en-US"/>
            <a:t>Recovery when conditions improve</a:t>
          </a:r>
        </a:p>
      </dgm:t>
    </dgm:pt>
    <dgm:pt modelId="{12D814B8-50FD-428F-9CA5-CE13F7482CB7}" type="parTrans" cxnId="{265C6CCC-BD5F-4793-B685-FC04487EE042}">
      <dgm:prSet/>
      <dgm:spPr/>
      <dgm:t xml:space="preserve">
        <a:bodyPr/>
        <a:lstStyle/>
        <a:p>
          <a:endParaRPr lang="en-US"/>
        </a:p>
      </dgm:t>
    </dgm:pt>
    <dgm:pt modelId="{0F5DD7B2-CCA1-49BC-921E-AF499BF90F81}" type="sibTrans" cxnId="{265C6CCC-BD5F-4793-B685-FC04487EE042}">
      <dgm:prSet/>
      <dgm:spPr/>
      <dgm:t xml:space="preserve">
        <a:bodyPr/>
        <a:lstStyle/>
        <a:p>
          <a:endParaRPr lang="en-US"/>
        </a:p>
      </dgm:t>
    </dgm:pt>
    <dgm:pt modelId="{721BAB75-0D23-4B05-80A4-10CB908CDA41}" type="pres">
      <dgm:prSet presAssocID="{12DB14EA-E7AF-458E-822C-C741DC29ED39}" presName="root" presStyleCnt="0">
        <dgm:presLayoutVars>
          <dgm:dir/>
          <dgm:resizeHandles val="exact"/>
        </dgm:presLayoutVars>
      </dgm:prSet>
      <dgm:spPr/>
    </dgm:pt>
    <dgm:pt modelId="{3C612D1A-27A5-4CAA-AF75-DAC9DFF33280}" type="pres">
      <dgm:prSet presAssocID="{D5C4329D-AE88-40EA-99E0-80C2D391DCE0}" presName="compNode" presStyleCnt="0"/>
      <dgm:spPr/>
    </dgm:pt>
    <dgm:pt modelId="{1D6FAE54-5498-4728-A24A-B299BC9B5229}" type="pres">
      <dgm:prSet presAssocID="{D5C4329D-AE88-40EA-99E0-80C2D391DCE0}" presName="bgRect" presStyleLbl="bgShp" presStyleIdx="0" presStyleCnt="3"/>
      <dgm:spPr/>
    </dgm:pt>
    <dgm:pt modelId="{AB70D027-107C-428D-9D17-7F969F5AAC99}" type="pres">
      <dgm:prSet presAssocID="{D5C4329D-AE88-40EA-99E0-80C2D391DCE0}"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un"/>
        </a:ext>
      </dgm:extLst>
    </dgm:pt>
    <dgm:pt modelId="{BD68C3EB-1C3B-4047-BB4B-05B7AFC8D2DC}" type="pres">
      <dgm:prSet presAssocID="{D5C4329D-AE88-40EA-99E0-80C2D391DCE0}" presName="spaceRect" presStyleCnt="0"/>
      <dgm:spPr/>
    </dgm:pt>
    <dgm:pt modelId="{FE5585A1-4313-4880-A2CF-32A15A770B43}" type="pres">
      <dgm:prSet presAssocID="{D5C4329D-AE88-40EA-99E0-80C2D391DCE0}" presName="parTx" presStyleLbl="revTx" presStyleIdx="0" presStyleCnt="6">
        <dgm:presLayoutVars>
          <dgm:chMax val="0"/>
          <dgm:chPref val="0"/>
        </dgm:presLayoutVars>
      </dgm:prSet>
      <dgm:spPr/>
    </dgm:pt>
    <dgm:pt modelId="{0E5EC719-1C7A-4F60-9543-DF41CF9F4AF6}" type="pres">
      <dgm:prSet presAssocID="{D5C4329D-AE88-40EA-99E0-80C2D391DCE0}" presName="desTx" presStyleLbl="revTx" presStyleIdx="1" presStyleCnt="6">
        <dgm:presLayoutVars/>
      </dgm:prSet>
      <dgm:spPr/>
    </dgm:pt>
    <dgm:pt modelId="{02473ACF-F5D8-4C01-9B95-3BEDB14A57CD}" type="pres">
      <dgm:prSet presAssocID="{DB9C6D0A-9AC9-45B7-8942-3EF287950D7B}" presName="sibTrans" presStyleCnt="0"/>
      <dgm:spPr/>
    </dgm:pt>
    <dgm:pt modelId="{AF30B713-5E5D-45EA-BD18-B765A7ACD35E}" type="pres">
      <dgm:prSet presAssocID="{2DEC7436-54B1-4A27-BBC0-3C0AE0B179D4}" presName="compNode" presStyleCnt="0"/>
      <dgm:spPr/>
    </dgm:pt>
    <dgm:pt modelId="{6DF15D3B-D4D8-498E-970E-0FF5BDEFE464}" type="pres">
      <dgm:prSet presAssocID="{2DEC7436-54B1-4A27-BBC0-3C0AE0B179D4}" presName="bgRect" presStyleLbl="bgShp" presStyleIdx="1" presStyleCnt="3"/>
      <dgm:spPr/>
    </dgm:pt>
    <dgm:pt modelId="{10B67777-CB8C-40E2-9B89-8F3ABD35C823}" type="pres">
      <dgm:prSet presAssocID="{2DEC7436-54B1-4A27-BBC0-3C0AE0B179D4}"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er"/>
        </a:ext>
      </dgm:extLst>
    </dgm:pt>
    <dgm:pt modelId="{F95244B1-862D-4058-8CCD-0FB084BB9A20}" type="pres">
      <dgm:prSet presAssocID="{2DEC7436-54B1-4A27-BBC0-3C0AE0B179D4}" presName="spaceRect" presStyleCnt="0"/>
      <dgm:spPr/>
    </dgm:pt>
    <dgm:pt modelId="{0D67B564-DDDE-41E0-A6A2-BD3F36B34911}" type="pres">
      <dgm:prSet presAssocID="{2DEC7436-54B1-4A27-BBC0-3C0AE0B179D4}" presName="parTx" presStyleLbl="revTx" presStyleIdx="2" presStyleCnt="6">
        <dgm:presLayoutVars>
          <dgm:chMax val="0"/>
          <dgm:chPref val="0"/>
        </dgm:presLayoutVars>
      </dgm:prSet>
      <dgm:spPr/>
    </dgm:pt>
    <dgm:pt modelId="{7FE660B6-DF87-4BB1-B368-15546720225C}" type="pres">
      <dgm:prSet presAssocID="{2DEC7436-54B1-4A27-BBC0-3C0AE0B179D4}" presName="desTx" presStyleLbl="revTx" presStyleIdx="3" presStyleCnt="6">
        <dgm:presLayoutVars/>
      </dgm:prSet>
      <dgm:spPr/>
    </dgm:pt>
    <dgm:pt modelId="{D4630428-6B56-4A04-8D58-7C1AEEB794EA}" type="pres">
      <dgm:prSet presAssocID="{2CB53ADE-0EAC-466D-9EC7-BA9A585ED097}" presName="sibTrans" presStyleCnt="0"/>
      <dgm:spPr/>
    </dgm:pt>
    <dgm:pt modelId="{D995E498-A36E-42D9-BF02-B977434DD60F}" type="pres">
      <dgm:prSet presAssocID="{151A5E91-775A-4D73-8CC9-A4A8E8541F58}" presName="compNode" presStyleCnt="0"/>
      <dgm:spPr/>
    </dgm:pt>
    <dgm:pt modelId="{C8F26099-C2A8-4F7F-984E-67DFCAF6A3A1}" type="pres">
      <dgm:prSet presAssocID="{151A5E91-775A-4D73-8CC9-A4A8E8541F58}" presName="bgRect" presStyleLbl="bgShp" presStyleIdx="2" presStyleCnt="3"/>
      <dgm:spPr/>
    </dgm:pt>
    <dgm:pt modelId="{4A3BDA66-C308-440A-B0ED-BFFDF44D86E5}" type="pres">
      <dgm:prSet presAssocID="{151A5E91-775A-4D73-8CC9-A4A8E8541F58}"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heckmark"/>
        </a:ext>
      </dgm:extLst>
    </dgm:pt>
    <dgm:pt modelId="{EB2C23A1-6581-4905-A690-7DB7603F24DE}" type="pres">
      <dgm:prSet presAssocID="{151A5E91-775A-4D73-8CC9-A4A8E8541F58}" presName="spaceRect" presStyleCnt="0"/>
      <dgm:spPr/>
    </dgm:pt>
    <dgm:pt modelId="{E0EC6181-C2A5-46CD-B8D2-DDCD2AA459E7}" type="pres">
      <dgm:prSet presAssocID="{151A5E91-775A-4D73-8CC9-A4A8E8541F58}" presName="parTx" presStyleLbl="revTx" presStyleIdx="4" presStyleCnt="6">
        <dgm:presLayoutVars>
          <dgm:chMax val="0"/>
          <dgm:chPref val="0"/>
        </dgm:presLayoutVars>
      </dgm:prSet>
      <dgm:spPr/>
    </dgm:pt>
    <dgm:pt modelId="{5972B86B-54C9-46D7-89A3-6DE650F095C4}" type="pres">
      <dgm:prSet presAssocID="{151A5E91-775A-4D73-8CC9-A4A8E8541F58}" presName="desTx" presStyleLbl="revTx" presStyleIdx="5" presStyleCnt="6">
        <dgm:presLayoutVars/>
      </dgm:prSet>
      <dgm:spPr/>
    </dgm:pt>
  </dgm:ptLst>
  <dgm:cxnLst>
    <dgm:cxn modelId="{058B3009-7C30-4598-A8E3-B6A7AD7D3698}" srcId="{D5C4329D-AE88-40EA-99E0-80C2D391DCE0}" destId="{ED6ED5D3-AC86-4838-8519-D2453424B6C2}" srcOrd="0" destOrd="0" parTransId="{3708842F-BF6E-4749-A7EB-53F6AF58B5E1}" sibTransId="{D200B7B3-B1EB-49E8-9A84-AD74FEC26DB3}"/>
    <dgm:cxn modelId="{1578FC17-1546-4D45-9E0B-005E40FB6C83}" type="presOf" srcId="{43FE32BB-5EB7-459E-AC30-51D4F825423D}" destId="{5972B86B-54C9-46D7-89A3-6DE650F095C4}" srcOrd="0" destOrd="0" presId="urn:microsoft.com/office/officeart/2018/2/layout/IconVerticalSolidList"/>
    <dgm:cxn modelId="{D7FE3F1A-FA0D-400E-A833-CDD51D71FBF3}" type="presOf" srcId="{ED6ED5D3-AC86-4838-8519-D2453424B6C2}" destId="{0E5EC719-1C7A-4F60-9543-DF41CF9F4AF6}" srcOrd="0" destOrd="0" presId="urn:microsoft.com/office/officeart/2018/2/layout/IconVerticalSolidList"/>
    <dgm:cxn modelId="{DD258F30-FD92-4957-811B-6CA371E149F9}" type="presOf" srcId="{151A5E91-775A-4D73-8CC9-A4A8E8541F58}" destId="{E0EC6181-C2A5-46CD-B8D2-DDCD2AA459E7}" srcOrd="0" destOrd="0" presId="urn:microsoft.com/office/officeart/2018/2/layout/IconVerticalSolidList"/>
    <dgm:cxn modelId="{A531A330-E47C-426C-9764-47B0618075C3}" type="presOf" srcId="{12DB14EA-E7AF-458E-822C-C741DC29ED39}" destId="{721BAB75-0D23-4B05-80A4-10CB908CDA41}" srcOrd="0" destOrd="0" presId="urn:microsoft.com/office/officeart/2018/2/layout/IconVerticalSolidList"/>
    <dgm:cxn modelId="{AA2F3E54-4ED2-4D15-9A74-3644BABFFEC1}" type="presOf" srcId="{2DEC7436-54B1-4A27-BBC0-3C0AE0B179D4}" destId="{0D67B564-DDDE-41E0-A6A2-BD3F36B34911}" srcOrd="0" destOrd="0" presId="urn:microsoft.com/office/officeart/2018/2/layout/IconVerticalSolidList"/>
    <dgm:cxn modelId="{41943357-D21A-4868-8A14-7EB3A7C7F19D}" srcId="{12DB14EA-E7AF-458E-822C-C741DC29ED39}" destId="{D5C4329D-AE88-40EA-99E0-80C2D391DCE0}" srcOrd="0" destOrd="0" parTransId="{C2CC5909-3C45-4A10-AE36-4E08786746D3}" sibTransId="{DB9C6D0A-9AC9-45B7-8942-3EF287950D7B}"/>
    <dgm:cxn modelId="{A5F0AC57-4AB3-4E5C-8A60-7012B17CD2AF}" srcId="{2DEC7436-54B1-4A27-BBC0-3C0AE0B179D4}" destId="{DEF271CE-9FA1-4E0B-8C1A-4B22B26FE35D}" srcOrd="0" destOrd="0" parTransId="{C024DE29-49E0-4A83-B821-06BA88231A2C}" sibTransId="{0A5CF543-A313-4D8F-950E-04958E7854B7}"/>
    <dgm:cxn modelId="{20AD5892-EFF6-402B-A07D-E2B07C6A61EA}" type="presOf" srcId="{D5C4329D-AE88-40EA-99E0-80C2D391DCE0}" destId="{FE5585A1-4313-4880-A2CF-32A15A770B43}" srcOrd="0" destOrd="0" presId="urn:microsoft.com/office/officeart/2018/2/layout/IconVerticalSolidList"/>
    <dgm:cxn modelId="{7CEEBBBE-C69D-45AB-86ED-03178855F884}" srcId="{12DB14EA-E7AF-458E-822C-C741DC29ED39}" destId="{2DEC7436-54B1-4A27-BBC0-3C0AE0B179D4}" srcOrd="1" destOrd="0" parTransId="{00F889B0-1BE5-4C60-865D-C940859E418E}" sibTransId="{2CB53ADE-0EAC-466D-9EC7-BA9A585ED097}"/>
    <dgm:cxn modelId="{265C6CCC-BD5F-4793-B685-FC04487EE042}" srcId="{151A5E91-775A-4D73-8CC9-A4A8E8541F58}" destId="{43FE32BB-5EB7-459E-AC30-51D4F825423D}" srcOrd="0" destOrd="0" parTransId="{12D814B8-50FD-428F-9CA5-CE13F7482CB7}" sibTransId="{0F5DD7B2-CCA1-49BC-921E-AF499BF90F81}"/>
    <dgm:cxn modelId="{199095F8-15D8-409D-B6C5-490A42D18B4E}" type="presOf" srcId="{DEF271CE-9FA1-4E0B-8C1A-4B22B26FE35D}" destId="{7FE660B6-DF87-4BB1-B368-15546720225C}" srcOrd="0" destOrd="0" presId="urn:microsoft.com/office/officeart/2018/2/layout/IconVerticalSolidList"/>
    <dgm:cxn modelId="{1327C0FB-7324-4AB4-BE10-7B5F64CAA91D}" srcId="{12DB14EA-E7AF-458E-822C-C741DC29ED39}" destId="{151A5E91-775A-4D73-8CC9-A4A8E8541F58}" srcOrd="2" destOrd="0" parTransId="{A387803B-3FDC-4F04-8D8C-1940896DEEC8}" sibTransId="{FFB5FA46-075F-40FE-A219-2EF463E7B20B}"/>
    <dgm:cxn modelId="{D758E611-B08D-4A39-8E34-3E87CD205265}" type="presParOf" srcId="{721BAB75-0D23-4B05-80A4-10CB908CDA41}" destId="{3C612D1A-27A5-4CAA-AF75-DAC9DFF33280}" srcOrd="0" destOrd="0" presId="urn:microsoft.com/office/officeart/2018/2/layout/IconVerticalSolidList"/>
    <dgm:cxn modelId="{7EAD809D-5B8C-414D-9109-B1956F065767}" type="presParOf" srcId="{3C612D1A-27A5-4CAA-AF75-DAC9DFF33280}" destId="{1D6FAE54-5498-4728-A24A-B299BC9B5229}" srcOrd="0" destOrd="0" presId="urn:microsoft.com/office/officeart/2018/2/layout/IconVerticalSolidList"/>
    <dgm:cxn modelId="{530673D8-62AF-4894-8115-6B9B58DA78BE}" type="presParOf" srcId="{3C612D1A-27A5-4CAA-AF75-DAC9DFF33280}" destId="{AB70D027-107C-428D-9D17-7F969F5AAC99}" srcOrd="1" destOrd="0" presId="urn:microsoft.com/office/officeart/2018/2/layout/IconVerticalSolidList"/>
    <dgm:cxn modelId="{8D0C52ED-F7E5-42CC-8FE8-9060427363D9}" type="presParOf" srcId="{3C612D1A-27A5-4CAA-AF75-DAC9DFF33280}" destId="{BD68C3EB-1C3B-4047-BB4B-05B7AFC8D2DC}" srcOrd="2" destOrd="0" presId="urn:microsoft.com/office/officeart/2018/2/layout/IconVerticalSolidList"/>
    <dgm:cxn modelId="{97D469CA-9ED1-45BC-BA39-F27179F70BD6}" type="presParOf" srcId="{3C612D1A-27A5-4CAA-AF75-DAC9DFF33280}" destId="{FE5585A1-4313-4880-A2CF-32A15A770B43}" srcOrd="3" destOrd="0" presId="urn:microsoft.com/office/officeart/2018/2/layout/IconVerticalSolidList"/>
    <dgm:cxn modelId="{E50FA559-0143-4AF4-9556-0C36C8DA56D2}" type="presParOf" srcId="{3C612D1A-27A5-4CAA-AF75-DAC9DFF33280}" destId="{0E5EC719-1C7A-4F60-9543-DF41CF9F4AF6}" srcOrd="4" destOrd="0" presId="urn:microsoft.com/office/officeart/2018/2/layout/IconVerticalSolidList"/>
    <dgm:cxn modelId="{C311234F-B702-460B-B8EA-C153C73D3558}" type="presParOf" srcId="{721BAB75-0D23-4B05-80A4-10CB908CDA41}" destId="{02473ACF-F5D8-4C01-9B95-3BEDB14A57CD}" srcOrd="1" destOrd="0" presId="urn:microsoft.com/office/officeart/2018/2/layout/IconVerticalSolidList"/>
    <dgm:cxn modelId="{E119F35F-41CC-4B2C-B55E-7327DAD4378F}" type="presParOf" srcId="{721BAB75-0D23-4B05-80A4-10CB908CDA41}" destId="{AF30B713-5E5D-45EA-BD18-B765A7ACD35E}" srcOrd="2" destOrd="0" presId="urn:microsoft.com/office/officeart/2018/2/layout/IconVerticalSolidList"/>
    <dgm:cxn modelId="{8BFB8830-B53A-4F72-81C6-7F3A9C7FEF74}" type="presParOf" srcId="{AF30B713-5E5D-45EA-BD18-B765A7ACD35E}" destId="{6DF15D3B-D4D8-498E-970E-0FF5BDEFE464}" srcOrd="0" destOrd="0" presId="urn:microsoft.com/office/officeart/2018/2/layout/IconVerticalSolidList"/>
    <dgm:cxn modelId="{87C6BA99-4540-4A48-82D8-F017BA22508B}" type="presParOf" srcId="{AF30B713-5E5D-45EA-BD18-B765A7ACD35E}" destId="{10B67777-CB8C-40E2-9B89-8F3ABD35C823}" srcOrd="1" destOrd="0" presId="urn:microsoft.com/office/officeart/2018/2/layout/IconVerticalSolidList"/>
    <dgm:cxn modelId="{B63D9689-9D65-4760-B55D-1E01CC926E8E}" type="presParOf" srcId="{AF30B713-5E5D-45EA-BD18-B765A7ACD35E}" destId="{F95244B1-862D-4058-8CCD-0FB084BB9A20}" srcOrd="2" destOrd="0" presId="urn:microsoft.com/office/officeart/2018/2/layout/IconVerticalSolidList"/>
    <dgm:cxn modelId="{752077E8-D3B5-4848-B50C-37DE432F028D}" type="presParOf" srcId="{AF30B713-5E5D-45EA-BD18-B765A7ACD35E}" destId="{0D67B564-DDDE-41E0-A6A2-BD3F36B34911}" srcOrd="3" destOrd="0" presId="urn:microsoft.com/office/officeart/2018/2/layout/IconVerticalSolidList"/>
    <dgm:cxn modelId="{F2DA75DC-2DA3-4DED-BD1E-D55DB721F81C}" type="presParOf" srcId="{AF30B713-5E5D-45EA-BD18-B765A7ACD35E}" destId="{7FE660B6-DF87-4BB1-B368-15546720225C}" srcOrd="4" destOrd="0" presId="urn:microsoft.com/office/officeart/2018/2/layout/IconVerticalSolidList"/>
    <dgm:cxn modelId="{83561E35-3345-4C08-9CBE-ECEA669B54AB}" type="presParOf" srcId="{721BAB75-0D23-4B05-80A4-10CB908CDA41}" destId="{D4630428-6B56-4A04-8D58-7C1AEEB794EA}" srcOrd="3" destOrd="0" presId="urn:microsoft.com/office/officeart/2018/2/layout/IconVerticalSolidList"/>
    <dgm:cxn modelId="{F21C9A73-373E-4BD4-AAF0-6CED15AA256A}" type="presParOf" srcId="{721BAB75-0D23-4B05-80A4-10CB908CDA41}" destId="{D995E498-A36E-42D9-BF02-B977434DD60F}" srcOrd="4" destOrd="0" presId="urn:microsoft.com/office/officeart/2018/2/layout/IconVerticalSolidList"/>
    <dgm:cxn modelId="{446BE7DC-8832-4DAC-BDB1-661DDB1E241D}" type="presParOf" srcId="{D995E498-A36E-42D9-BF02-B977434DD60F}" destId="{C8F26099-C2A8-4F7F-984E-67DFCAF6A3A1}" srcOrd="0" destOrd="0" presId="urn:microsoft.com/office/officeart/2018/2/layout/IconVerticalSolidList"/>
    <dgm:cxn modelId="{267C7029-E97A-4A8E-B7CC-4271A24A50F5}" type="presParOf" srcId="{D995E498-A36E-42D9-BF02-B977434DD60F}" destId="{4A3BDA66-C308-440A-B0ED-BFFDF44D86E5}" srcOrd="1" destOrd="0" presId="urn:microsoft.com/office/officeart/2018/2/layout/IconVerticalSolidList"/>
    <dgm:cxn modelId="{751C7B26-CC5E-4C99-80E3-FCBF84051436}" type="presParOf" srcId="{D995E498-A36E-42D9-BF02-B977434DD60F}" destId="{EB2C23A1-6581-4905-A690-7DB7603F24DE}" srcOrd="2" destOrd="0" presId="urn:microsoft.com/office/officeart/2018/2/layout/IconVerticalSolidList"/>
    <dgm:cxn modelId="{165CA681-AAC0-4668-B0A9-6E3A211F01B1}" type="presParOf" srcId="{D995E498-A36E-42D9-BF02-B977434DD60F}" destId="{E0EC6181-C2A5-46CD-B8D2-DDCD2AA459E7}" srcOrd="3" destOrd="0" presId="urn:microsoft.com/office/officeart/2018/2/layout/IconVerticalSolidList"/>
    <dgm:cxn modelId="{B0888E87-A3B7-42EE-BF82-8527EA481A8B}" type="presParOf" srcId="{D995E498-A36E-42D9-BF02-B977434DD60F}" destId="{5972B86B-54C9-46D7-89A3-6DE650F095C4}"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B2E0844-BE87-4E10-9DDE-7E45D1AD23DD}" type="doc">
      <dgm:prSet loTypeId="urn:microsoft.com/office/officeart/2018/2/layout/IconVerticalSolidList" loCatId="icon" qsTypeId="urn:microsoft.com/office/officeart/2005/8/quickstyle/simple1" qsCatId="simple" csTypeId="urn:microsoft.com/office/officeart/2005/8/colors/accent2_2" csCatId="accent2" phldr="1"/>
      <dgm:spPr/>
      <dgm:t xml:space="preserve">
        <a:bodyPr/>
        <a:lstStyle/>
        <a:p>
          <a:endParaRPr lang="en-US"/>
        </a:p>
      </dgm:t>
    </dgm:pt>
    <dgm:pt modelId="{B85BBE6B-A20C-4974-9981-4ECE1CD68CC0}">
      <dgm:prSet/>
      <dgm:spPr/>
      <dgm:t xml:space="preserve">
        <a:bodyPr/>
        <a:lstStyle/>
        <a:p>
          <a:r>
            <a:rPr lang="en-US"/>
            <a:t>Introduction</a:t>
          </a:r>
        </a:p>
      </dgm:t>
    </dgm:pt>
    <dgm:pt modelId="{0A3EBC6B-2B49-4699-8893-C9178D2F1E1B}" type="parTrans" cxnId="{1B93CB1E-4D66-4FFF-BB39-EEEB2C6EE006}">
      <dgm:prSet/>
      <dgm:spPr/>
      <dgm:t xml:space="preserve">
        <a:bodyPr/>
        <a:lstStyle/>
        <a:p>
          <a:endParaRPr lang="en-US"/>
        </a:p>
      </dgm:t>
    </dgm:pt>
    <dgm:pt modelId="{9E616FEA-1FC5-4F22-87EA-AFA878973C18}" type="sibTrans" cxnId="{1B93CB1E-4D66-4FFF-BB39-EEEB2C6EE006}">
      <dgm:prSet/>
      <dgm:spPr/>
      <dgm:t xml:space="preserve">
        <a:bodyPr/>
        <a:lstStyle/>
        <a:p>
          <a:endParaRPr lang="en-US"/>
        </a:p>
      </dgm:t>
    </dgm:pt>
    <dgm:pt modelId="{0EA39BE8-DA06-4B4E-8E1E-9C36923C71B7}">
      <dgm:prSet/>
      <dgm:spPr/>
      <dgm:t xml:space="preserve">
        <a:bodyPr/>
        <a:lstStyle/>
        <a:p>
          <a:r>
            <a:rPr lang="en-US"/>
            <a:t>Explain the mystery and why it matters.</a:t>
          </a:r>
        </a:p>
      </dgm:t>
    </dgm:pt>
    <dgm:pt modelId="{504B7674-FA65-4644-9557-23B2ED9769E7}" type="parTrans" cxnId="{20565A97-F45E-45FE-A5D2-15FD600BD137}">
      <dgm:prSet/>
      <dgm:spPr/>
      <dgm:t xml:space="preserve">
        <a:bodyPr/>
        <a:lstStyle/>
        <a:p>
          <a:endParaRPr lang="en-US"/>
        </a:p>
      </dgm:t>
    </dgm:pt>
    <dgm:pt modelId="{A85254DE-5E61-4BF3-883C-5EDA922CB6C4}" type="sibTrans" cxnId="{20565A97-F45E-45FE-A5D2-15FD600BD137}">
      <dgm:prSet/>
      <dgm:spPr/>
      <dgm:t xml:space="preserve">
        <a:bodyPr/>
        <a:lstStyle/>
        <a:p>
          <a:endParaRPr lang="en-US"/>
        </a:p>
      </dgm:t>
    </dgm:pt>
    <dgm:pt modelId="{661954BB-BDCF-41C6-B5DB-5C3B11EE60DB}">
      <dgm:prSet/>
      <dgm:spPr/>
      <dgm:t xml:space="preserve">
        <a:bodyPr/>
        <a:lstStyle/>
        <a:p>
          <a:r>
            <a:rPr lang="en-US"/>
            <a:t>Data and Methods</a:t>
          </a:r>
        </a:p>
      </dgm:t>
    </dgm:pt>
    <dgm:pt modelId="{8FD70A7E-5F30-4690-BEC0-36E748E0E198}" type="parTrans" cxnId="{C4C2338E-0715-4A88-A80E-9FD8D4B78433}">
      <dgm:prSet/>
      <dgm:spPr/>
      <dgm:t xml:space="preserve">
        <a:bodyPr/>
        <a:lstStyle/>
        <a:p>
          <a:endParaRPr lang="en-US"/>
        </a:p>
      </dgm:t>
    </dgm:pt>
    <dgm:pt modelId="{8ED4B3F3-D193-4741-B761-7926095BB072}" type="sibTrans" cxnId="{C4C2338E-0715-4A88-A80E-9FD8D4B78433}">
      <dgm:prSet/>
      <dgm:spPr/>
      <dgm:t xml:space="preserve">
        <a:bodyPr/>
        <a:lstStyle/>
        <a:p>
          <a:endParaRPr lang="en-US"/>
        </a:p>
      </dgm:t>
    </dgm:pt>
    <dgm:pt modelId="{45EBAB6D-E6E5-4188-8E92-29D50CFC4518}">
      <dgm:prSet/>
      <dgm:spPr/>
      <dgm:t xml:space="preserve">
        <a:bodyPr/>
        <a:lstStyle/>
        <a:p>
          <a:r>
            <a:rPr lang="en-US"/>
            <a:t>Describe what data you used and how you analyzed it.</a:t>
          </a:r>
        </a:p>
      </dgm:t>
    </dgm:pt>
    <dgm:pt modelId="{0A4E4F7C-E03C-4111-B5D4-5B09A9A7F487}" type="parTrans" cxnId="{FDC4579E-291E-4199-900E-9C13A7AC4D36}">
      <dgm:prSet/>
      <dgm:spPr/>
      <dgm:t xml:space="preserve">
        <a:bodyPr/>
        <a:lstStyle/>
        <a:p>
          <a:endParaRPr lang="en-US"/>
        </a:p>
      </dgm:t>
    </dgm:pt>
    <dgm:pt modelId="{E49BEE42-5282-4128-ACF4-00A44E6E6854}" type="sibTrans" cxnId="{FDC4579E-291E-4199-900E-9C13A7AC4D36}">
      <dgm:prSet/>
      <dgm:spPr/>
      <dgm:t xml:space="preserve">
        <a:bodyPr/>
        <a:lstStyle/>
        <a:p>
          <a:endParaRPr lang="en-US"/>
        </a:p>
      </dgm:t>
    </dgm:pt>
    <dgm:pt modelId="{41660694-ED03-4D64-8A69-760C3A7DA63D}">
      <dgm:prSet/>
      <dgm:spPr/>
      <dgm:t xml:space="preserve">
        <a:bodyPr/>
        <a:lstStyle/>
        <a:p>
          <a:r>
            <a:rPr lang="en-US"/>
            <a:t>Key Findings</a:t>
          </a:r>
        </a:p>
      </dgm:t>
    </dgm:pt>
    <dgm:pt modelId="{95F465D9-5E1F-4D00-9079-DA606F299967}" type="parTrans" cxnId="{2A306A9C-3717-490E-8A51-2974B081F78F}">
      <dgm:prSet/>
      <dgm:spPr/>
      <dgm:t xml:space="preserve">
        <a:bodyPr/>
        <a:lstStyle/>
        <a:p>
          <a:endParaRPr lang="en-US"/>
        </a:p>
      </dgm:t>
    </dgm:pt>
    <dgm:pt modelId="{91CBBC1A-DB9A-4CF2-B426-B12D7E70F0A3}" type="sibTrans" cxnId="{2A306A9C-3717-490E-8A51-2974B081F78F}">
      <dgm:prSet/>
      <dgm:spPr/>
      <dgm:t xml:space="preserve">
        <a:bodyPr/>
        <a:lstStyle/>
        <a:p>
          <a:endParaRPr lang="en-US"/>
        </a:p>
      </dgm:t>
    </dgm:pt>
    <dgm:pt modelId="{104FD3D8-58DA-4343-BEFD-AF01736C58F8}">
      <dgm:prSet/>
      <dgm:spPr/>
      <dgm:t xml:space="preserve">
        <a:bodyPr/>
        <a:lstStyle/>
        <a:p>
          <a:r>
            <a:rPr lang="en-US"/>
            <a:t>Present the most important results with visual evidence.</a:t>
          </a:r>
        </a:p>
      </dgm:t>
    </dgm:pt>
    <dgm:pt modelId="{EB77862F-D84F-4BF8-BE9F-EFB7F93C1A3F}" type="parTrans" cxnId="{10CC4E2B-0AA5-4EF5-AC47-1C23A1E20E90}">
      <dgm:prSet/>
      <dgm:spPr/>
      <dgm:t xml:space="preserve">
        <a:bodyPr/>
        <a:lstStyle/>
        <a:p>
          <a:endParaRPr lang="en-US"/>
        </a:p>
      </dgm:t>
    </dgm:pt>
    <dgm:pt modelId="{D49BC6AE-8404-4200-8A18-2609644F42CD}" type="sibTrans" cxnId="{10CC4E2B-0AA5-4EF5-AC47-1C23A1E20E90}">
      <dgm:prSet/>
      <dgm:spPr/>
      <dgm:t xml:space="preserve">
        <a:bodyPr/>
        <a:lstStyle/>
        <a:p>
          <a:endParaRPr lang="en-US"/>
        </a:p>
      </dgm:t>
    </dgm:pt>
    <dgm:pt modelId="{8E3DEDC8-6369-4BC1-B9BE-2CD01B9F111D}">
      <dgm:prSet/>
      <dgm:spPr/>
      <dgm:t xml:space="preserve">
        <a:bodyPr/>
        <a:lstStyle/>
        <a:p>
          <a:r>
            <a:rPr lang="en-US"/>
            <a:t>Conclusion</a:t>
          </a:r>
        </a:p>
      </dgm:t>
    </dgm:pt>
    <dgm:pt modelId="{3246FB1B-5E95-4452-AC51-C065D47E12D0}" type="parTrans" cxnId="{919B3893-CD3A-4E83-AD69-395C1C17D076}">
      <dgm:prSet/>
      <dgm:spPr/>
      <dgm:t xml:space="preserve">
        <a:bodyPr/>
        <a:lstStyle/>
        <a:p>
          <a:endParaRPr lang="en-US"/>
        </a:p>
      </dgm:t>
    </dgm:pt>
    <dgm:pt modelId="{CB0A2020-9278-4C1E-AC92-22418DD759B5}" type="sibTrans" cxnId="{919B3893-CD3A-4E83-AD69-395C1C17D076}">
      <dgm:prSet/>
      <dgm:spPr/>
      <dgm:t xml:space="preserve">
        <a:bodyPr/>
        <a:lstStyle/>
        <a:p>
          <a:endParaRPr lang="en-US"/>
        </a:p>
      </dgm:t>
    </dgm:pt>
    <dgm:pt modelId="{E91A2F10-EE05-42F4-9914-CA9757A60E62}">
      <dgm:prSet/>
      <dgm:spPr/>
      <dgm:t xml:space="preserve">
        <a:bodyPr/>
        <a:lstStyle/>
        <a:p>
          <a:r>
            <a:rPr lang="en-US"/>
            <a:t>State your answer to the mystery and suggest actions.</a:t>
          </a:r>
        </a:p>
      </dgm:t>
    </dgm:pt>
    <dgm:pt modelId="{1519310F-ADBA-47B6-980D-0E71408A0904}" type="parTrans" cxnId="{6BF14B00-C6F0-44F0-85AA-D74F3940BCC5}">
      <dgm:prSet/>
      <dgm:spPr/>
      <dgm:t xml:space="preserve">
        <a:bodyPr/>
        <a:lstStyle/>
        <a:p>
          <a:endParaRPr lang="en-US"/>
        </a:p>
      </dgm:t>
    </dgm:pt>
    <dgm:pt modelId="{D727C1C0-F8FA-4DA3-B4AF-309FF5672E94}" type="sibTrans" cxnId="{6BF14B00-C6F0-44F0-85AA-D74F3940BCC5}">
      <dgm:prSet/>
      <dgm:spPr/>
      <dgm:t xml:space="preserve">
        <a:bodyPr/>
        <a:lstStyle/>
        <a:p>
          <a:endParaRPr lang="en-US"/>
        </a:p>
      </dgm:t>
    </dgm:pt>
    <dgm:pt modelId="{1A31EB37-3533-4250-95FD-4C8750751988}" type="pres">
      <dgm:prSet presAssocID="{CB2E0844-BE87-4E10-9DDE-7E45D1AD23DD}" presName="root" presStyleCnt="0">
        <dgm:presLayoutVars>
          <dgm:dir/>
          <dgm:resizeHandles val="exact"/>
        </dgm:presLayoutVars>
      </dgm:prSet>
      <dgm:spPr/>
    </dgm:pt>
    <dgm:pt modelId="{4C5D9D27-3996-4222-96DD-3869D70C9DE1}" type="pres">
      <dgm:prSet presAssocID="{B85BBE6B-A20C-4974-9981-4ECE1CD68CC0}" presName="compNode" presStyleCnt="0"/>
      <dgm:spPr/>
    </dgm:pt>
    <dgm:pt modelId="{971E776C-CF80-46B7-B779-B7E9E983E926}" type="pres">
      <dgm:prSet presAssocID="{B85BBE6B-A20C-4974-9981-4ECE1CD68CC0}" presName="bgRect" presStyleLbl="bgShp" presStyleIdx="0" presStyleCnt="4"/>
      <dgm:spPr/>
    </dgm:pt>
    <dgm:pt modelId="{2E533D5F-9AE3-46AD-B73A-42FEBB9075AB}" type="pres">
      <dgm:prSet presAssocID="{B85BBE6B-A20C-4974-9981-4ECE1CD68CC0}"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Question mark"/>
        </a:ext>
      </dgm:extLst>
    </dgm:pt>
    <dgm:pt modelId="{E86214DD-D951-432C-B65F-827EB4FD5908}" type="pres">
      <dgm:prSet presAssocID="{B85BBE6B-A20C-4974-9981-4ECE1CD68CC0}" presName="spaceRect" presStyleCnt="0"/>
      <dgm:spPr/>
    </dgm:pt>
    <dgm:pt modelId="{6E883C18-4DF1-4850-B03F-073254EB8930}" type="pres">
      <dgm:prSet presAssocID="{B85BBE6B-A20C-4974-9981-4ECE1CD68CC0}" presName="parTx" presStyleLbl="revTx" presStyleIdx="0" presStyleCnt="8">
        <dgm:presLayoutVars>
          <dgm:chMax val="0"/>
          <dgm:chPref val="0"/>
        </dgm:presLayoutVars>
      </dgm:prSet>
      <dgm:spPr/>
    </dgm:pt>
    <dgm:pt modelId="{2724E129-B391-45BA-991D-1FE9E39D38C9}" type="pres">
      <dgm:prSet presAssocID="{B85BBE6B-A20C-4974-9981-4ECE1CD68CC0}" presName="desTx" presStyleLbl="revTx" presStyleIdx="1" presStyleCnt="8">
        <dgm:presLayoutVars/>
      </dgm:prSet>
      <dgm:spPr/>
    </dgm:pt>
    <dgm:pt modelId="{6A07D08C-0742-4A2F-A0B3-6FFA851162A5}" type="pres">
      <dgm:prSet presAssocID="{9E616FEA-1FC5-4F22-87EA-AFA878973C18}" presName="sibTrans" presStyleCnt="0"/>
      <dgm:spPr/>
    </dgm:pt>
    <dgm:pt modelId="{585BE157-9C95-4443-8D7F-E8ADFAA0DAAA}" type="pres">
      <dgm:prSet presAssocID="{661954BB-BDCF-41C6-B5DB-5C3B11EE60DB}" presName="compNode" presStyleCnt="0"/>
      <dgm:spPr/>
    </dgm:pt>
    <dgm:pt modelId="{375546BD-ED57-4F6D-9A7A-C5CA6F6B57B8}" type="pres">
      <dgm:prSet presAssocID="{661954BB-BDCF-41C6-B5DB-5C3B11EE60DB}" presName="bgRect" presStyleLbl="bgShp" presStyleIdx="1" presStyleCnt="4"/>
      <dgm:spPr/>
    </dgm:pt>
    <dgm:pt modelId="{404CCB9F-2106-45E5-A54C-356F3381A13F}" type="pres">
      <dgm:prSet presAssocID="{661954BB-BDCF-41C6-B5DB-5C3B11EE60DB}"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916588EB-29D1-4C48-B94B-2F2FBF5F4792}" type="pres">
      <dgm:prSet presAssocID="{661954BB-BDCF-41C6-B5DB-5C3B11EE60DB}" presName="spaceRect" presStyleCnt="0"/>
      <dgm:spPr/>
    </dgm:pt>
    <dgm:pt modelId="{746D7B0D-E21F-458C-8BF3-6172A954CC05}" type="pres">
      <dgm:prSet presAssocID="{661954BB-BDCF-41C6-B5DB-5C3B11EE60DB}" presName="parTx" presStyleLbl="revTx" presStyleIdx="2" presStyleCnt="8">
        <dgm:presLayoutVars>
          <dgm:chMax val="0"/>
          <dgm:chPref val="0"/>
        </dgm:presLayoutVars>
      </dgm:prSet>
      <dgm:spPr/>
    </dgm:pt>
    <dgm:pt modelId="{A1DE3191-B71C-4092-929D-10E7F1A2F69B}" type="pres">
      <dgm:prSet presAssocID="{661954BB-BDCF-41C6-B5DB-5C3B11EE60DB}" presName="desTx" presStyleLbl="revTx" presStyleIdx="3" presStyleCnt="8">
        <dgm:presLayoutVars/>
      </dgm:prSet>
      <dgm:spPr/>
    </dgm:pt>
    <dgm:pt modelId="{FE81C40C-1484-41C9-A9E6-B666E8D4AB6E}" type="pres">
      <dgm:prSet presAssocID="{8ED4B3F3-D193-4741-B761-7926095BB072}" presName="sibTrans" presStyleCnt="0"/>
      <dgm:spPr/>
    </dgm:pt>
    <dgm:pt modelId="{737C9722-D129-448F-9552-F4281386850A}" type="pres">
      <dgm:prSet presAssocID="{41660694-ED03-4D64-8A69-760C3A7DA63D}" presName="compNode" presStyleCnt="0"/>
      <dgm:spPr/>
    </dgm:pt>
    <dgm:pt modelId="{5B692B3A-8CA9-4AE7-AD35-FA9C6A3F9987}" type="pres">
      <dgm:prSet presAssocID="{41660694-ED03-4D64-8A69-760C3A7DA63D}" presName="bgRect" presStyleLbl="bgShp" presStyleIdx="2" presStyleCnt="4"/>
      <dgm:spPr/>
    </dgm:pt>
    <dgm:pt modelId="{A50B56D5-BF7F-4BF3-BF2D-2178E0953F6B}" type="pres">
      <dgm:prSet presAssocID="{41660694-ED03-4D64-8A69-760C3A7DA63D}"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Key"/>
        </a:ext>
      </dgm:extLst>
    </dgm:pt>
    <dgm:pt modelId="{9B153752-C04D-4C2C-8B6D-36240B870F94}" type="pres">
      <dgm:prSet presAssocID="{41660694-ED03-4D64-8A69-760C3A7DA63D}" presName="spaceRect" presStyleCnt="0"/>
      <dgm:spPr/>
    </dgm:pt>
    <dgm:pt modelId="{BD29A82A-6D4E-4657-B6A4-63AC2F32736D}" type="pres">
      <dgm:prSet presAssocID="{41660694-ED03-4D64-8A69-760C3A7DA63D}" presName="parTx" presStyleLbl="revTx" presStyleIdx="4" presStyleCnt="8">
        <dgm:presLayoutVars>
          <dgm:chMax val="0"/>
          <dgm:chPref val="0"/>
        </dgm:presLayoutVars>
      </dgm:prSet>
      <dgm:spPr/>
    </dgm:pt>
    <dgm:pt modelId="{1A7C8E59-57AF-4A64-96F8-D5AC9CE8CB6E}" type="pres">
      <dgm:prSet presAssocID="{41660694-ED03-4D64-8A69-760C3A7DA63D}" presName="desTx" presStyleLbl="revTx" presStyleIdx="5" presStyleCnt="8">
        <dgm:presLayoutVars/>
      </dgm:prSet>
      <dgm:spPr/>
    </dgm:pt>
    <dgm:pt modelId="{B25E45A4-01F3-4F12-8EA9-54E00486C617}" type="pres">
      <dgm:prSet presAssocID="{91CBBC1A-DB9A-4CF2-B426-B12D7E70F0A3}" presName="sibTrans" presStyleCnt="0"/>
      <dgm:spPr/>
    </dgm:pt>
    <dgm:pt modelId="{F83B3C4E-F437-4279-84E8-A945A3C92219}" type="pres">
      <dgm:prSet presAssocID="{8E3DEDC8-6369-4BC1-B9BE-2CD01B9F111D}" presName="compNode" presStyleCnt="0"/>
      <dgm:spPr/>
    </dgm:pt>
    <dgm:pt modelId="{77C74A33-6435-4D51-864E-921DB4118918}" type="pres">
      <dgm:prSet presAssocID="{8E3DEDC8-6369-4BC1-B9BE-2CD01B9F111D}" presName="bgRect" presStyleLbl="bgShp" presStyleIdx="3" presStyleCnt="4"/>
      <dgm:spPr/>
    </dgm:pt>
    <dgm:pt modelId="{0625BA9B-B953-4CD9-A98D-F588AA51C8BE}" type="pres">
      <dgm:prSet presAssocID="{8E3DEDC8-6369-4BC1-B9BE-2CD01B9F111D}"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s"/>
        </a:ext>
      </dgm:extLst>
    </dgm:pt>
    <dgm:pt modelId="{9EDC0BC8-992A-4529-9936-C937763FE14C}" type="pres">
      <dgm:prSet presAssocID="{8E3DEDC8-6369-4BC1-B9BE-2CD01B9F111D}" presName="spaceRect" presStyleCnt="0"/>
      <dgm:spPr/>
    </dgm:pt>
    <dgm:pt modelId="{3656E1D2-7C71-44C9-9127-A4F500844F5C}" type="pres">
      <dgm:prSet presAssocID="{8E3DEDC8-6369-4BC1-B9BE-2CD01B9F111D}" presName="parTx" presStyleLbl="revTx" presStyleIdx="6" presStyleCnt="8">
        <dgm:presLayoutVars>
          <dgm:chMax val="0"/>
          <dgm:chPref val="0"/>
        </dgm:presLayoutVars>
      </dgm:prSet>
      <dgm:spPr/>
    </dgm:pt>
    <dgm:pt modelId="{18E137E5-FA43-407D-BE47-62B1EBC51C45}" type="pres">
      <dgm:prSet presAssocID="{8E3DEDC8-6369-4BC1-B9BE-2CD01B9F111D}" presName="desTx" presStyleLbl="revTx" presStyleIdx="7" presStyleCnt="8">
        <dgm:presLayoutVars/>
      </dgm:prSet>
      <dgm:spPr/>
    </dgm:pt>
  </dgm:ptLst>
  <dgm:cxnLst>
    <dgm:cxn modelId="{6BF14B00-C6F0-44F0-85AA-D74F3940BCC5}" srcId="{8E3DEDC8-6369-4BC1-B9BE-2CD01B9F111D}" destId="{E91A2F10-EE05-42F4-9914-CA9757A60E62}" srcOrd="0" destOrd="0" parTransId="{1519310F-ADBA-47B6-980D-0E71408A0904}" sibTransId="{D727C1C0-F8FA-4DA3-B4AF-309FF5672E94}"/>
    <dgm:cxn modelId="{A9E91611-FDFA-4B9B-9DCC-5F9CFC5851B0}" type="presOf" srcId="{CB2E0844-BE87-4E10-9DDE-7E45D1AD23DD}" destId="{1A31EB37-3533-4250-95FD-4C8750751988}" srcOrd="0" destOrd="0" presId="urn:microsoft.com/office/officeart/2018/2/layout/IconVerticalSolidList"/>
    <dgm:cxn modelId="{BC526814-705F-4B6D-95AA-E68529200988}" type="presOf" srcId="{45EBAB6D-E6E5-4188-8E92-29D50CFC4518}" destId="{A1DE3191-B71C-4092-929D-10E7F1A2F69B}" srcOrd="0" destOrd="0" presId="urn:microsoft.com/office/officeart/2018/2/layout/IconVerticalSolidList"/>
    <dgm:cxn modelId="{1B93CB1E-4D66-4FFF-BB39-EEEB2C6EE006}" srcId="{CB2E0844-BE87-4E10-9DDE-7E45D1AD23DD}" destId="{B85BBE6B-A20C-4974-9981-4ECE1CD68CC0}" srcOrd="0" destOrd="0" parTransId="{0A3EBC6B-2B49-4699-8893-C9178D2F1E1B}" sibTransId="{9E616FEA-1FC5-4F22-87EA-AFA878973C18}"/>
    <dgm:cxn modelId="{45D95A25-D74D-4B9C-B226-7016A9CD4C59}" type="presOf" srcId="{B85BBE6B-A20C-4974-9981-4ECE1CD68CC0}" destId="{6E883C18-4DF1-4850-B03F-073254EB8930}" srcOrd="0" destOrd="0" presId="urn:microsoft.com/office/officeart/2018/2/layout/IconVerticalSolidList"/>
    <dgm:cxn modelId="{10CC4E2B-0AA5-4EF5-AC47-1C23A1E20E90}" srcId="{41660694-ED03-4D64-8A69-760C3A7DA63D}" destId="{104FD3D8-58DA-4343-BEFD-AF01736C58F8}" srcOrd="0" destOrd="0" parTransId="{EB77862F-D84F-4BF8-BE9F-EFB7F93C1A3F}" sibTransId="{D49BC6AE-8404-4200-8A18-2609644F42CD}"/>
    <dgm:cxn modelId="{1CF23A39-1C5D-4FFC-A74F-248E988DC8EF}" type="presOf" srcId="{8E3DEDC8-6369-4BC1-B9BE-2CD01B9F111D}" destId="{3656E1D2-7C71-44C9-9127-A4F500844F5C}" srcOrd="0" destOrd="0" presId="urn:microsoft.com/office/officeart/2018/2/layout/IconVerticalSolidList"/>
    <dgm:cxn modelId="{7AC8C96A-2267-432F-8F96-888C1A604E55}" type="presOf" srcId="{661954BB-BDCF-41C6-B5DB-5C3B11EE60DB}" destId="{746D7B0D-E21F-458C-8BF3-6172A954CC05}" srcOrd="0" destOrd="0" presId="urn:microsoft.com/office/officeart/2018/2/layout/IconVerticalSolidList"/>
    <dgm:cxn modelId="{28E3FD4E-BB12-48A6-B204-F6BA09B757E6}" type="presOf" srcId="{0EA39BE8-DA06-4B4E-8E1E-9C36923C71B7}" destId="{2724E129-B391-45BA-991D-1FE9E39D38C9}" srcOrd="0" destOrd="0" presId="urn:microsoft.com/office/officeart/2018/2/layout/IconVerticalSolidList"/>
    <dgm:cxn modelId="{5E762577-F520-4561-99B9-564A628F47AD}" type="presOf" srcId="{E91A2F10-EE05-42F4-9914-CA9757A60E62}" destId="{18E137E5-FA43-407D-BE47-62B1EBC51C45}" srcOrd="0" destOrd="0" presId="urn:microsoft.com/office/officeart/2018/2/layout/IconVerticalSolidList"/>
    <dgm:cxn modelId="{C4C2338E-0715-4A88-A80E-9FD8D4B78433}" srcId="{CB2E0844-BE87-4E10-9DDE-7E45D1AD23DD}" destId="{661954BB-BDCF-41C6-B5DB-5C3B11EE60DB}" srcOrd="1" destOrd="0" parTransId="{8FD70A7E-5F30-4690-BEC0-36E748E0E198}" sibTransId="{8ED4B3F3-D193-4741-B761-7926095BB072}"/>
    <dgm:cxn modelId="{919B3893-CD3A-4E83-AD69-395C1C17D076}" srcId="{CB2E0844-BE87-4E10-9DDE-7E45D1AD23DD}" destId="{8E3DEDC8-6369-4BC1-B9BE-2CD01B9F111D}" srcOrd="3" destOrd="0" parTransId="{3246FB1B-5E95-4452-AC51-C065D47E12D0}" sibTransId="{CB0A2020-9278-4C1E-AC92-22418DD759B5}"/>
    <dgm:cxn modelId="{20565A97-F45E-45FE-A5D2-15FD600BD137}" srcId="{B85BBE6B-A20C-4974-9981-4ECE1CD68CC0}" destId="{0EA39BE8-DA06-4B4E-8E1E-9C36923C71B7}" srcOrd="0" destOrd="0" parTransId="{504B7674-FA65-4644-9557-23B2ED9769E7}" sibTransId="{A85254DE-5E61-4BF3-883C-5EDA922CB6C4}"/>
    <dgm:cxn modelId="{2A306A9C-3717-490E-8A51-2974B081F78F}" srcId="{CB2E0844-BE87-4E10-9DDE-7E45D1AD23DD}" destId="{41660694-ED03-4D64-8A69-760C3A7DA63D}" srcOrd="2" destOrd="0" parTransId="{95F465D9-5E1F-4D00-9079-DA606F299967}" sibTransId="{91CBBC1A-DB9A-4CF2-B426-B12D7E70F0A3}"/>
    <dgm:cxn modelId="{FDC4579E-291E-4199-900E-9C13A7AC4D36}" srcId="{661954BB-BDCF-41C6-B5DB-5C3B11EE60DB}" destId="{45EBAB6D-E6E5-4188-8E92-29D50CFC4518}" srcOrd="0" destOrd="0" parTransId="{0A4E4F7C-E03C-4111-B5D4-5B09A9A7F487}" sibTransId="{E49BEE42-5282-4128-ACF4-00A44E6E6854}"/>
    <dgm:cxn modelId="{83F747AD-56E6-4A90-AA44-51274F01208C}" type="presOf" srcId="{41660694-ED03-4D64-8A69-760C3A7DA63D}" destId="{BD29A82A-6D4E-4657-B6A4-63AC2F32736D}" srcOrd="0" destOrd="0" presId="urn:microsoft.com/office/officeart/2018/2/layout/IconVerticalSolidList"/>
    <dgm:cxn modelId="{A2CBB0D5-F4CC-4B9E-B259-5E2ED8902EB8}" type="presOf" srcId="{104FD3D8-58DA-4343-BEFD-AF01736C58F8}" destId="{1A7C8E59-57AF-4A64-96F8-D5AC9CE8CB6E}" srcOrd="0" destOrd="0" presId="urn:microsoft.com/office/officeart/2018/2/layout/IconVerticalSolidList"/>
    <dgm:cxn modelId="{990F4D16-4E09-42C2-9E6B-8413C1198F6A}" type="presParOf" srcId="{1A31EB37-3533-4250-95FD-4C8750751988}" destId="{4C5D9D27-3996-4222-96DD-3869D70C9DE1}" srcOrd="0" destOrd="0" presId="urn:microsoft.com/office/officeart/2018/2/layout/IconVerticalSolidList"/>
    <dgm:cxn modelId="{96DD9168-6FCF-45E1-B229-09D2D6104773}" type="presParOf" srcId="{4C5D9D27-3996-4222-96DD-3869D70C9DE1}" destId="{971E776C-CF80-46B7-B779-B7E9E983E926}" srcOrd="0" destOrd="0" presId="urn:microsoft.com/office/officeart/2018/2/layout/IconVerticalSolidList"/>
    <dgm:cxn modelId="{8AD6DD5C-0472-47D4-8491-AB9E57F439EB}" type="presParOf" srcId="{4C5D9D27-3996-4222-96DD-3869D70C9DE1}" destId="{2E533D5F-9AE3-46AD-B73A-42FEBB9075AB}" srcOrd="1" destOrd="0" presId="urn:microsoft.com/office/officeart/2018/2/layout/IconVerticalSolidList"/>
    <dgm:cxn modelId="{C688A47B-0EAE-46E7-B968-167DA2C4EF53}" type="presParOf" srcId="{4C5D9D27-3996-4222-96DD-3869D70C9DE1}" destId="{E86214DD-D951-432C-B65F-827EB4FD5908}" srcOrd="2" destOrd="0" presId="urn:microsoft.com/office/officeart/2018/2/layout/IconVerticalSolidList"/>
    <dgm:cxn modelId="{0F2F122B-6EB2-4EEE-99D6-B799FEFAFF95}" type="presParOf" srcId="{4C5D9D27-3996-4222-96DD-3869D70C9DE1}" destId="{6E883C18-4DF1-4850-B03F-073254EB8930}" srcOrd="3" destOrd="0" presId="urn:microsoft.com/office/officeart/2018/2/layout/IconVerticalSolidList"/>
    <dgm:cxn modelId="{5743A575-5757-4648-BCA5-4526423B012C}" type="presParOf" srcId="{4C5D9D27-3996-4222-96DD-3869D70C9DE1}" destId="{2724E129-B391-45BA-991D-1FE9E39D38C9}" srcOrd="4" destOrd="0" presId="urn:microsoft.com/office/officeart/2018/2/layout/IconVerticalSolidList"/>
    <dgm:cxn modelId="{94D48450-911F-4A5E-95E0-6BE194FB5BFB}" type="presParOf" srcId="{1A31EB37-3533-4250-95FD-4C8750751988}" destId="{6A07D08C-0742-4A2F-A0B3-6FFA851162A5}" srcOrd="1" destOrd="0" presId="urn:microsoft.com/office/officeart/2018/2/layout/IconVerticalSolidList"/>
    <dgm:cxn modelId="{79DD9B3D-DA82-46D4-BA71-BCF017C6C892}" type="presParOf" srcId="{1A31EB37-3533-4250-95FD-4C8750751988}" destId="{585BE157-9C95-4443-8D7F-E8ADFAA0DAAA}" srcOrd="2" destOrd="0" presId="urn:microsoft.com/office/officeart/2018/2/layout/IconVerticalSolidList"/>
    <dgm:cxn modelId="{9FBEC133-1F95-4414-BFBB-DDB63AC25ADB}" type="presParOf" srcId="{585BE157-9C95-4443-8D7F-E8ADFAA0DAAA}" destId="{375546BD-ED57-4F6D-9A7A-C5CA6F6B57B8}" srcOrd="0" destOrd="0" presId="urn:microsoft.com/office/officeart/2018/2/layout/IconVerticalSolidList"/>
    <dgm:cxn modelId="{A2180E7E-79CD-47F4-8063-12B864E03851}" type="presParOf" srcId="{585BE157-9C95-4443-8D7F-E8ADFAA0DAAA}" destId="{404CCB9F-2106-45E5-A54C-356F3381A13F}" srcOrd="1" destOrd="0" presId="urn:microsoft.com/office/officeart/2018/2/layout/IconVerticalSolidList"/>
    <dgm:cxn modelId="{766C348D-BAC1-4D2C-BA59-9F1AF8822BD5}" type="presParOf" srcId="{585BE157-9C95-4443-8D7F-E8ADFAA0DAAA}" destId="{916588EB-29D1-4C48-B94B-2F2FBF5F4792}" srcOrd="2" destOrd="0" presId="urn:microsoft.com/office/officeart/2018/2/layout/IconVerticalSolidList"/>
    <dgm:cxn modelId="{3EEF0CE1-65A7-4E24-959E-E606D50CAD0A}" type="presParOf" srcId="{585BE157-9C95-4443-8D7F-E8ADFAA0DAAA}" destId="{746D7B0D-E21F-458C-8BF3-6172A954CC05}" srcOrd="3" destOrd="0" presId="urn:microsoft.com/office/officeart/2018/2/layout/IconVerticalSolidList"/>
    <dgm:cxn modelId="{F885F716-6396-4489-8900-85D2CAD15215}" type="presParOf" srcId="{585BE157-9C95-4443-8D7F-E8ADFAA0DAAA}" destId="{A1DE3191-B71C-4092-929D-10E7F1A2F69B}" srcOrd="4" destOrd="0" presId="urn:microsoft.com/office/officeart/2018/2/layout/IconVerticalSolidList"/>
    <dgm:cxn modelId="{B98CAB58-BB9A-4DB0-808F-D289C29BE259}" type="presParOf" srcId="{1A31EB37-3533-4250-95FD-4C8750751988}" destId="{FE81C40C-1484-41C9-A9E6-B666E8D4AB6E}" srcOrd="3" destOrd="0" presId="urn:microsoft.com/office/officeart/2018/2/layout/IconVerticalSolidList"/>
    <dgm:cxn modelId="{FA1814B5-0BF0-451B-B747-9FEC1B86F8CF}" type="presParOf" srcId="{1A31EB37-3533-4250-95FD-4C8750751988}" destId="{737C9722-D129-448F-9552-F4281386850A}" srcOrd="4" destOrd="0" presId="urn:microsoft.com/office/officeart/2018/2/layout/IconVerticalSolidList"/>
    <dgm:cxn modelId="{3CBF114C-F252-4716-A3F9-51FC5DF8C9DC}" type="presParOf" srcId="{737C9722-D129-448F-9552-F4281386850A}" destId="{5B692B3A-8CA9-4AE7-AD35-FA9C6A3F9987}" srcOrd="0" destOrd="0" presId="urn:microsoft.com/office/officeart/2018/2/layout/IconVerticalSolidList"/>
    <dgm:cxn modelId="{1BEB8205-12E2-4C4B-A1EE-79ED3C0F9CE0}" type="presParOf" srcId="{737C9722-D129-448F-9552-F4281386850A}" destId="{A50B56D5-BF7F-4BF3-BF2D-2178E0953F6B}" srcOrd="1" destOrd="0" presId="urn:microsoft.com/office/officeart/2018/2/layout/IconVerticalSolidList"/>
    <dgm:cxn modelId="{2D7080C3-B6F3-4AF9-A561-8576537BE3AD}" type="presParOf" srcId="{737C9722-D129-448F-9552-F4281386850A}" destId="{9B153752-C04D-4C2C-8B6D-36240B870F94}" srcOrd="2" destOrd="0" presId="urn:microsoft.com/office/officeart/2018/2/layout/IconVerticalSolidList"/>
    <dgm:cxn modelId="{C8606786-80D1-4EAD-8E9D-51988F97C552}" type="presParOf" srcId="{737C9722-D129-448F-9552-F4281386850A}" destId="{BD29A82A-6D4E-4657-B6A4-63AC2F32736D}" srcOrd="3" destOrd="0" presId="urn:microsoft.com/office/officeart/2018/2/layout/IconVerticalSolidList"/>
    <dgm:cxn modelId="{36CC08D6-AEC4-4C3A-9254-8841F27CCD09}" type="presParOf" srcId="{737C9722-D129-448F-9552-F4281386850A}" destId="{1A7C8E59-57AF-4A64-96F8-D5AC9CE8CB6E}" srcOrd="4" destOrd="0" presId="urn:microsoft.com/office/officeart/2018/2/layout/IconVerticalSolidList"/>
    <dgm:cxn modelId="{1E63751F-6D7B-45EE-9997-BF82A937B8A2}" type="presParOf" srcId="{1A31EB37-3533-4250-95FD-4C8750751988}" destId="{B25E45A4-01F3-4F12-8EA9-54E00486C617}" srcOrd="5" destOrd="0" presId="urn:microsoft.com/office/officeart/2018/2/layout/IconVerticalSolidList"/>
    <dgm:cxn modelId="{392A4DAB-5E6F-48C7-8251-041C1AA071E0}" type="presParOf" srcId="{1A31EB37-3533-4250-95FD-4C8750751988}" destId="{F83B3C4E-F437-4279-84E8-A945A3C92219}" srcOrd="6" destOrd="0" presId="urn:microsoft.com/office/officeart/2018/2/layout/IconVerticalSolidList"/>
    <dgm:cxn modelId="{55A2323F-3108-48E0-81D4-10A7B583D3AD}" type="presParOf" srcId="{F83B3C4E-F437-4279-84E8-A945A3C92219}" destId="{77C74A33-6435-4D51-864E-921DB4118918}" srcOrd="0" destOrd="0" presId="urn:microsoft.com/office/officeart/2018/2/layout/IconVerticalSolidList"/>
    <dgm:cxn modelId="{63CB3806-02F4-4425-9873-3B829068B3B6}" type="presParOf" srcId="{F83B3C4E-F437-4279-84E8-A945A3C92219}" destId="{0625BA9B-B953-4CD9-A98D-F588AA51C8BE}" srcOrd="1" destOrd="0" presId="urn:microsoft.com/office/officeart/2018/2/layout/IconVerticalSolidList"/>
    <dgm:cxn modelId="{D1AEAA0A-251B-4F64-9DB8-96AB69EA83DD}" type="presParOf" srcId="{F83B3C4E-F437-4279-84E8-A945A3C92219}" destId="{9EDC0BC8-992A-4529-9936-C937763FE14C}" srcOrd="2" destOrd="0" presId="urn:microsoft.com/office/officeart/2018/2/layout/IconVerticalSolidList"/>
    <dgm:cxn modelId="{1C67154F-4CF1-449F-9023-15995E1E6E8B}" type="presParOf" srcId="{F83B3C4E-F437-4279-84E8-A945A3C92219}" destId="{3656E1D2-7C71-44C9-9127-A4F500844F5C}" srcOrd="3" destOrd="0" presId="urn:microsoft.com/office/officeart/2018/2/layout/IconVerticalSolidList"/>
    <dgm:cxn modelId="{4104C121-D1AF-4075-A5D1-F3E67C644E90}" type="presParOf" srcId="{F83B3C4E-F437-4279-84E8-A945A3C92219}" destId="{18E137E5-FA43-407D-BE47-62B1EBC51C45}"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CCAF266-D636-6743-AD0E-D7C6CA5C3478}" type="doc">
      <dgm:prSet loTypeId="urn:microsoft.com/office/officeart/2005/8/layout/hList1" loCatId="list" qsTypeId="urn:microsoft.com/office/officeart/2005/8/quickstyle/simple1" qsCatId="simple" csTypeId="urn:microsoft.com/office/officeart/2005/8/colors/accent1_2" csCatId="accent1" phldr="1"/>
      <dgm:spPr/>
      <dgm:t xml:space="preserve">
        <a:bodyPr/>
        <a:lstStyle/>
        <a:p>
          <a:endParaRPr lang="en-US"/>
        </a:p>
      </dgm:t>
    </dgm:pt>
    <dgm:pt modelId="{8302D66C-3792-AD48-B204-4130DE0C3C63}">
      <dgm:prSet/>
      <dgm:spPr/>
      <dgm:t xml:space="preserve">
        <a:bodyPr/>
        <a:lstStyle/>
        <a:p>
          <a:r>
            <a:rPr lang="en-US" b="1" dirty="0"/>
            <a:t>What to Include</a:t>
          </a:r>
        </a:p>
      </dgm:t>
    </dgm:pt>
    <dgm:pt modelId="{C03F35D1-545A-3947-B0BA-7F9904ADF86E}" type="parTrans" cxnId="{9C06BBFC-DBCD-E243-9FA0-91E17F10B176}">
      <dgm:prSet/>
      <dgm:spPr/>
      <dgm:t xml:space="preserve">
        <a:bodyPr/>
        <a:lstStyle/>
        <a:p>
          <a:endParaRPr lang="en-US"/>
        </a:p>
      </dgm:t>
    </dgm:pt>
    <dgm:pt modelId="{4F422555-609D-DE47-A4BE-366DFA67934D}" type="sibTrans" cxnId="{9C06BBFC-DBCD-E243-9FA0-91E17F10B176}">
      <dgm:prSet/>
      <dgm:spPr/>
      <dgm:t xml:space="preserve">
        <a:bodyPr/>
        <a:lstStyle/>
        <a:p>
          <a:endParaRPr lang="en-US"/>
        </a:p>
      </dgm:t>
    </dgm:pt>
    <dgm:pt modelId="{008DDC8B-120E-4246-8907-B5AA538B01D5}">
      <dgm:prSet/>
      <dgm:spPr/>
      <dgm:t xml:space="preserve">
        <a:bodyPr/>
        <a:lstStyle/>
        <a:p>
          <a:r>
            <a:rPr lang="en-US"/>
            <a:t>﻿﻿Data sources used</a:t>
          </a:r>
        </a:p>
      </dgm:t>
    </dgm:pt>
    <dgm:pt modelId="{BD083373-EF1B-FE43-BE78-00D366EA9AC3}" type="parTrans" cxnId="{98BB8112-24F1-FA4D-9B50-26CA2A6BE704}">
      <dgm:prSet/>
      <dgm:spPr/>
      <dgm:t xml:space="preserve">
        <a:bodyPr/>
        <a:lstStyle/>
        <a:p>
          <a:endParaRPr lang="en-US"/>
        </a:p>
      </dgm:t>
    </dgm:pt>
    <dgm:pt modelId="{C9AC63DC-3F9E-4A42-95CE-01192813CEDF}" type="sibTrans" cxnId="{98BB8112-24F1-FA4D-9B50-26CA2A6BE704}">
      <dgm:prSet/>
      <dgm:spPr/>
      <dgm:t xml:space="preserve">
        <a:bodyPr/>
        <a:lstStyle/>
        <a:p>
          <a:endParaRPr lang="en-US"/>
        </a:p>
      </dgm:t>
    </dgm:pt>
    <dgm:pt modelId="{AB051E8F-E095-4C47-B12F-EC02455FAF2C}">
      <dgm:prSet/>
      <dgm:spPr/>
      <dgm:t xml:space="preserve">
        <a:bodyPr/>
        <a:lstStyle/>
        <a:p>
          <a:r>
            <a:rPr lang="en-US" dirty="0"/>
            <a:t>Time period covered</a:t>
          </a:r>
        </a:p>
      </dgm:t>
    </dgm:pt>
    <dgm:pt modelId="{DD569E92-F935-BD4F-AFBF-6AC661639207}" type="parTrans" cxnId="{24826C10-687B-4848-8278-60B031DC8C82}">
      <dgm:prSet/>
      <dgm:spPr/>
      <dgm:t xml:space="preserve">
        <a:bodyPr/>
        <a:lstStyle/>
        <a:p>
          <a:endParaRPr lang="en-US"/>
        </a:p>
      </dgm:t>
    </dgm:pt>
    <dgm:pt modelId="{6DCA0EED-B321-6143-A9B3-93CFDDE0095B}" type="sibTrans" cxnId="{24826C10-687B-4848-8278-60B031DC8C82}">
      <dgm:prSet/>
      <dgm:spPr/>
      <dgm:t xml:space="preserve">
        <a:bodyPr/>
        <a:lstStyle/>
        <a:p>
          <a:endParaRPr lang="en-US"/>
        </a:p>
      </dgm:t>
    </dgm:pt>
    <dgm:pt modelId="{B7532E93-0032-1D49-B622-B6500B2D929D}">
      <dgm:prSet/>
      <dgm:spPr/>
      <dgm:t xml:space="preserve">
        <a:bodyPr/>
        <a:lstStyle/>
        <a:p>
          <a:r>
            <a:rPr lang="en-US"/>
            <a:t>Key variables analyzed</a:t>
          </a:r>
        </a:p>
      </dgm:t>
    </dgm:pt>
    <dgm:pt modelId="{10343697-344B-7243-AAA8-A3AD1C7D531D}" type="parTrans" cxnId="{78114CF3-BB95-6D4D-81FE-523D9A3E9861}">
      <dgm:prSet/>
      <dgm:spPr/>
      <dgm:t xml:space="preserve">
        <a:bodyPr/>
        <a:lstStyle/>
        <a:p>
          <a:endParaRPr lang="en-US"/>
        </a:p>
      </dgm:t>
    </dgm:pt>
    <dgm:pt modelId="{6F986779-1C05-CC4C-94C2-A20FE0E2AD2E}" type="sibTrans" cxnId="{78114CF3-BB95-6D4D-81FE-523D9A3E9861}">
      <dgm:prSet/>
      <dgm:spPr/>
      <dgm:t xml:space="preserve">
        <a:bodyPr/>
        <a:lstStyle/>
        <a:p>
          <a:endParaRPr lang="en-US"/>
        </a:p>
      </dgm:t>
    </dgm:pt>
    <dgm:pt modelId="{FD303872-7468-9242-A8EB-953ACD218A74}">
      <dgm:prSet/>
      <dgm:spPr/>
      <dgm:t xml:space="preserve">
        <a:bodyPr/>
        <a:lstStyle/>
        <a:p>
          <a:r>
            <a:rPr lang="en-US"/>
            <a:t>Analysis techniques</a:t>
          </a:r>
        </a:p>
      </dgm:t>
    </dgm:pt>
    <dgm:pt modelId="{CDB369A6-FF23-EE4A-8171-B18DAB2D47AD}" type="parTrans" cxnId="{4A83B097-E484-264B-B9BD-67E19336E525}">
      <dgm:prSet/>
      <dgm:spPr/>
      <dgm:t xml:space="preserve">
        <a:bodyPr/>
        <a:lstStyle/>
        <a:p>
          <a:endParaRPr lang="en-US"/>
        </a:p>
      </dgm:t>
    </dgm:pt>
    <dgm:pt modelId="{F1602938-AC94-734B-9D01-65217FF9A92A}" type="sibTrans" cxnId="{4A83B097-E484-264B-B9BD-67E19336E525}">
      <dgm:prSet/>
      <dgm:spPr/>
      <dgm:t xml:space="preserve">
        <a:bodyPr/>
        <a:lstStyle/>
        <a:p>
          <a:endParaRPr lang="en-US"/>
        </a:p>
      </dgm:t>
    </dgm:pt>
    <dgm:pt modelId="{41AE7CC4-B025-4B4F-BF8C-E9A8937B2EAD}">
      <dgm:prSet/>
      <dgm:spPr/>
      <dgm:t xml:space="preserve">
        <a:bodyPr/>
        <a:lstStyle/>
        <a:p>
          <a:r>
            <a:rPr lang="en-US" dirty="0"/>
            <a:t>Any major data cleaning steps</a:t>
          </a:r>
        </a:p>
      </dgm:t>
    </dgm:pt>
    <dgm:pt modelId="{3A04026B-28EA-DC48-8FA9-4F1A060F21CC}" type="parTrans" cxnId="{1F9D7CC2-28AA-384C-A37C-993A997CF8B4}">
      <dgm:prSet/>
      <dgm:spPr/>
      <dgm:t xml:space="preserve">
        <a:bodyPr/>
        <a:lstStyle/>
        <a:p>
          <a:endParaRPr lang="en-US"/>
        </a:p>
      </dgm:t>
    </dgm:pt>
    <dgm:pt modelId="{CE7A7241-27D4-CC46-B98B-5A95FF6AF952}" type="sibTrans" cxnId="{1F9D7CC2-28AA-384C-A37C-993A997CF8B4}">
      <dgm:prSet/>
      <dgm:spPr/>
      <dgm:t xml:space="preserve">
        <a:bodyPr/>
        <a:lstStyle/>
        <a:p>
          <a:endParaRPr lang="en-US"/>
        </a:p>
      </dgm:t>
    </dgm:pt>
    <dgm:pt modelId="{D3D5558E-3653-1C41-99AE-B1264558549A}">
      <dgm:prSet/>
      <dgm:spPr/>
      <dgm:t xml:space="preserve">
        <a:bodyPr/>
        <a:lstStyle/>
        <a:p>
          <a:r>
            <a:rPr lang="en-US" b="1" dirty="0">
              <a:solidFill>
                <a:schemeClr val="bg1"/>
              </a:solidFill>
              <a:latin typeface="Aptos" panose="020B0004020202020204" pitchFamily="34" charset="0"/>
              <a:ea typeface="Inter" pitchFamily="34" charset="-122"/>
              <a:cs typeface="Inter" pitchFamily="34" charset="-120"/>
            </a:rPr>
            <a:t>Example Statement</a:t>
          </a:r>
          <a:endParaRPr lang="en-US" b="1" dirty="0">
            <a:solidFill>
              <a:schemeClr val="bg1"/>
            </a:solidFill>
          </a:endParaRPr>
        </a:p>
      </dgm:t>
    </dgm:pt>
    <dgm:pt modelId="{1F89E5F9-5308-D144-B60B-B6AB0339628E}" type="parTrans" cxnId="{F7624103-4FB8-2744-BC81-CAFA325CF4A3}">
      <dgm:prSet/>
      <dgm:spPr/>
      <dgm:t xml:space="preserve">
        <a:bodyPr/>
        <a:lstStyle/>
        <a:p>
          <a:endParaRPr lang="en-US"/>
        </a:p>
      </dgm:t>
    </dgm:pt>
    <dgm:pt modelId="{BBCF20D1-009F-FC46-AE92-AA86F1277970}" type="sibTrans" cxnId="{F7624103-4FB8-2744-BC81-CAFA325CF4A3}">
      <dgm:prSet/>
      <dgm:spPr/>
      <dgm:t xml:space="preserve">
        <a:bodyPr/>
        <a:lstStyle/>
        <a:p>
          <a:endParaRPr lang="en-US"/>
        </a:p>
      </dgm:t>
    </dgm:pt>
    <dgm:pt modelId="{EA1A729D-83BB-D342-8437-5BD39C291C90}">
      <dgm:prSet/>
      <dgm:spPr/>
      <dgm:t xml:space="preserve">
        <a:bodyPr/>
        <a:lstStyle/>
        <a:p>
          <a:pPr>
            <a:buNone/>
          </a:pPr>
          <a:r>
            <a:rPr lang="en-US" dirty="0">
              <a:solidFill>
                <a:srgbClr val="000000"/>
              </a:solidFill>
              <a:latin typeface="Aptos" panose="020B0004020202020204" pitchFamily="34" charset="0"/>
              <a:ea typeface="Inter" pitchFamily="34" charset="-122"/>
              <a:cs typeface="Inter" pitchFamily="34" charset="-120"/>
            </a:rPr>
            <a:t>"We analyzed six years of monthly bee count data (2018-2023) alongside temperature and rainfall records. After cleaning and combining the datasets, we looked for patterns and correlations between bee populations and weather conditions."</a:t>
          </a:r>
          <a:endParaRPr lang="en-US" dirty="0">
            <a:latin typeface="Aptos" panose="020B0004020202020204" pitchFamily="34" charset="0"/>
          </a:endParaRPr>
        </a:p>
      </dgm:t>
    </dgm:pt>
    <dgm:pt modelId="{03489D9A-EDA9-BF46-9E7D-7C1057FFC874}" type="parTrans" cxnId="{073CD8F2-E447-9E45-9686-22E451A495D4}">
      <dgm:prSet/>
      <dgm:spPr/>
      <dgm:t xml:space="preserve">
        <a:bodyPr/>
        <a:lstStyle/>
        <a:p>
          <a:endParaRPr lang="en-US"/>
        </a:p>
      </dgm:t>
    </dgm:pt>
    <dgm:pt modelId="{84F5A049-6809-784C-8882-ED5B30C59475}" type="sibTrans" cxnId="{073CD8F2-E447-9E45-9686-22E451A495D4}">
      <dgm:prSet/>
      <dgm:spPr/>
      <dgm:t xml:space="preserve">
        <a:bodyPr/>
        <a:lstStyle/>
        <a:p>
          <a:endParaRPr lang="en-US"/>
        </a:p>
      </dgm:t>
    </dgm:pt>
    <dgm:pt modelId="{AA457170-1FC1-774D-9687-B721851E3C90}" type="pres">
      <dgm:prSet presAssocID="{3CCAF266-D636-6743-AD0E-D7C6CA5C3478}" presName="Name0" presStyleCnt="0">
        <dgm:presLayoutVars>
          <dgm:dir/>
          <dgm:animLvl val="lvl"/>
          <dgm:resizeHandles val="exact"/>
        </dgm:presLayoutVars>
      </dgm:prSet>
      <dgm:spPr/>
    </dgm:pt>
    <dgm:pt modelId="{2ECEDFA0-5E6E-C54E-BF26-EF71A15A780B}" type="pres">
      <dgm:prSet presAssocID="{8302D66C-3792-AD48-B204-4130DE0C3C63}" presName="composite" presStyleCnt="0"/>
      <dgm:spPr/>
    </dgm:pt>
    <dgm:pt modelId="{31505FD5-36CD-FD42-AC7E-D6E46D1CFD26}" type="pres">
      <dgm:prSet presAssocID="{8302D66C-3792-AD48-B204-4130DE0C3C63}" presName="parTx" presStyleLbl="alignNode1" presStyleIdx="0" presStyleCnt="2">
        <dgm:presLayoutVars>
          <dgm:chMax val="0"/>
          <dgm:chPref val="0"/>
          <dgm:bulletEnabled val="1"/>
        </dgm:presLayoutVars>
      </dgm:prSet>
      <dgm:spPr/>
    </dgm:pt>
    <dgm:pt modelId="{A67F962B-972B-0B46-942A-986567B3BB30}" type="pres">
      <dgm:prSet presAssocID="{8302D66C-3792-AD48-B204-4130DE0C3C63}" presName="desTx" presStyleLbl="alignAccFollowNode1" presStyleIdx="0" presStyleCnt="2">
        <dgm:presLayoutVars>
          <dgm:bulletEnabled val="1"/>
        </dgm:presLayoutVars>
      </dgm:prSet>
      <dgm:spPr/>
    </dgm:pt>
    <dgm:pt modelId="{804BD8C6-93C7-114F-8752-5C7D99728834}" type="pres">
      <dgm:prSet presAssocID="{4F422555-609D-DE47-A4BE-366DFA67934D}" presName="space" presStyleCnt="0"/>
      <dgm:spPr/>
    </dgm:pt>
    <dgm:pt modelId="{6BF638CE-0F1B-674B-B375-77C4C7A993CA}" type="pres">
      <dgm:prSet presAssocID="{D3D5558E-3653-1C41-99AE-B1264558549A}" presName="composite" presStyleCnt="0"/>
      <dgm:spPr/>
    </dgm:pt>
    <dgm:pt modelId="{9BB099EF-2AA1-B44C-9C9F-230FB008C1E3}" type="pres">
      <dgm:prSet presAssocID="{D3D5558E-3653-1C41-99AE-B1264558549A}" presName="parTx" presStyleLbl="alignNode1" presStyleIdx="1" presStyleCnt="2">
        <dgm:presLayoutVars>
          <dgm:chMax val="0"/>
          <dgm:chPref val="0"/>
          <dgm:bulletEnabled val="1"/>
        </dgm:presLayoutVars>
      </dgm:prSet>
      <dgm:spPr/>
    </dgm:pt>
    <dgm:pt modelId="{C21EDE2A-1FBB-1346-B90E-145536E635D2}" type="pres">
      <dgm:prSet presAssocID="{D3D5558E-3653-1C41-99AE-B1264558549A}" presName="desTx" presStyleLbl="alignAccFollowNode1" presStyleIdx="1" presStyleCnt="2">
        <dgm:presLayoutVars>
          <dgm:bulletEnabled val="1"/>
        </dgm:presLayoutVars>
      </dgm:prSet>
      <dgm:spPr/>
    </dgm:pt>
  </dgm:ptLst>
  <dgm:cxnLst>
    <dgm:cxn modelId="{842E6001-6A24-0C45-B276-2A4B6FCC28D5}" type="presOf" srcId="{EA1A729D-83BB-D342-8437-5BD39C291C90}" destId="{C21EDE2A-1FBB-1346-B90E-145536E635D2}" srcOrd="0" destOrd="0" presId="urn:microsoft.com/office/officeart/2005/8/layout/hList1"/>
    <dgm:cxn modelId="{F7624103-4FB8-2744-BC81-CAFA325CF4A3}" srcId="{3CCAF266-D636-6743-AD0E-D7C6CA5C3478}" destId="{D3D5558E-3653-1C41-99AE-B1264558549A}" srcOrd="1" destOrd="0" parTransId="{1F89E5F9-5308-D144-B60B-B6AB0339628E}" sibTransId="{BBCF20D1-009F-FC46-AE92-AA86F1277970}"/>
    <dgm:cxn modelId="{24826C10-687B-4848-8278-60B031DC8C82}" srcId="{8302D66C-3792-AD48-B204-4130DE0C3C63}" destId="{AB051E8F-E095-4C47-B12F-EC02455FAF2C}" srcOrd="1" destOrd="0" parTransId="{DD569E92-F935-BD4F-AFBF-6AC661639207}" sibTransId="{6DCA0EED-B321-6143-A9B3-93CFDDE0095B}"/>
    <dgm:cxn modelId="{98BB8112-24F1-FA4D-9B50-26CA2A6BE704}" srcId="{8302D66C-3792-AD48-B204-4130DE0C3C63}" destId="{008DDC8B-120E-4246-8907-B5AA538B01D5}" srcOrd="0" destOrd="0" parTransId="{BD083373-EF1B-FE43-BE78-00D366EA9AC3}" sibTransId="{C9AC63DC-3F9E-4A42-95CE-01192813CEDF}"/>
    <dgm:cxn modelId="{8C1ADF19-C285-4B40-989D-2C10357CF3FC}" type="presOf" srcId="{AB051E8F-E095-4C47-B12F-EC02455FAF2C}" destId="{A67F962B-972B-0B46-942A-986567B3BB30}" srcOrd="0" destOrd="1" presId="urn:microsoft.com/office/officeart/2005/8/layout/hList1"/>
    <dgm:cxn modelId="{AF06F221-A258-8747-8573-029F9D189F4A}" type="presOf" srcId="{3CCAF266-D636-6743-AD0E-D7C6CA5C3478}" destId="{AA457170-1FC1-774D-9687-B721851E3C90}" srcOrd="0" destOrd="0" presId="urn:microsoft.com/office/officeart/2005/8/layout/hList1"/>
    <dgm:cxn modelId="{9F309757-574B-9B47-B0FC-E3CD9D116E89}" type="presOf" srcId="{008DDC8B-120E-4246-8907-B5AA538B01D5}" destId="{A67F962B-972B-0B46-942A-986567B3BB30}" srcOrd="0" destOrd="0" presId="urn:microsoft.com/office/officeart/2005/8/layout/hList1"/>
    <dgm:cxn modelId="{9751EC7D-4DFB-E046-96BF-83A7ECBAC856}" type="presOf" srcId="{B7532E93-0032-1D49-B622-B6500B2D929D}" destId="{A67F962B-972B-0B46-942A-986567B3BB30}" srcOrd="0" destOrd="2" presId="urn:microsoft.com/office/officeart/2005/8/layout/hList1"/>
    <dgm:cxn modelId="{4A83B097-E484-264B-B9BD-67E19336E525}" srcId="{8302D66C-3792-AD48-B204-4130DE0C3C63}" destId="{FD303872-7468-9242-A8EB-953ACD218A74}" srcOrd="3" destOrd="0" parTransId="{CDB369A6-FF23-EE4A-8171-B18DAB2D47AD}" sibTransId="{F1602938-AC94-734B-9D01-65217FF9A92A}"/>
    <dgm:cxn modelId="{1F9D7CC2-28AA-384C-A37C-993A997CF8B4}" srcId="{8302D66C-3792-AD48-B204-4130DE0C3C63}" destId="{41AE7CC4-B025-4B4F-BF8C-E9A8937B2EAD}" srcOrd="4" destOrd="0" parTransId="{3A04026B-28EA-DC48-8FA9-4F1A060F21CC}" sibTransId="{CE7A7241-27D4-CC46-B98B-5A95FF6AF952}"/>
    <dgm:cxn modelId="{BCFC3AC5-AD06-7541-BAA5-724DD66F8889}" type="presOf" srcId="{D3D5558E-3653-1C41-99AE-B1264558549A}" destId="{9BB099EF-2AA1-B44C-9C9F-230FB008C1E3}" srcOrd="0" destOrd="0" presId="urn:microsoft.com/office/officeart/2005/8/layout/hList1"/>
    <dgm:cxn modelId="{A7484AD0-1383-8140-9C93-172C2211C823}" type="presOf" srcId="{8302D66C-3792-AD48-B204-4130DE0C3C63}" destId="{31505FD5-36CD-FD42-AC7E-D6E46D1CFD26}" srcOrd="0" destOrd="0" presId="urn:microsoft.com/office/officeart/2005/8/layout/hList1"/>
    <dgm:cxn modelId="{01CA14E6-0132-384D-A663-00847AD65865}" type="presOf" srcId="{41AE7CC4-B025-4B4F-BF8C-E9A8937B2EAD}" destId="{A67F962B-972B-0B46-942A-986567B3BB30}" srcOrd="0" destOrd="4" presId="urn:microsoft.com/office/officeart/2005/8/layout/hList1"/>
    <dgm:cxn modelId="{073CD8F2-E447-9E45-9686-22E451A495D4}" srcId="{D3D5558E-3653-1C41-99AE-B1264558549A}" destId="{EA1A729D-83BB-D342-8437-5BD39C291C90}" srcOrd="0" destOrd="0" parTransId="{03489D9A-EDA9-BF46-9E7D-7C1057FFC874}" sibTransId="{84F5A049-6809-784C-8882-ED5B30C59475}"/>
    <dgm:cxn modelId="{78114CF3-BB95-6D4D-81FE-523D9A3E9861}" srcId="{8302D66C-3792-AD48-B204-4130DE0C3C63}" destId="{B7532E93-0032-1D49-B622-B6500B2D929D}" srcOrd="2" destOrd="0" parTransId="{10343697-344B-7243-AAA8-A3AD1C7D531D}" sibTransId="{6F986779-1C05-CC4C-94C2-A20FE0E2AD2E}"/>
    <dgm:cxn modelId="{4A9707F6-45B1-A343-BE06-6966E4EE222E}" type="presOf" srcId="{FD303872-7468-9242-A8EB-953ACD218A74}" destId="{A67F962B-972B-0B46-942A-986567B3BB30}" srcOrd="0" destOrd="3" presId="urn:microsoft.com/office/officeart/2005/8/layout/hList1"/>
    <dgm:cxn modelId="{9C06BBFC-DBCD-E243-9FA0-91E17F10B176}" srcId="{3CCAF266-D636-6743-AD0E-D7C6CA5C3478}" destId="{8302D66C-3792-AD48-B204-4130DE0C3C63}" srcOrd="0" destOrd="0" parTransId="{C03F35D1-545A-3947-B0BA-7F9904ADF86E}" sibTransId="{4F422555-609D-DE47-A4BE-366DFA67934D}"/>
    <dgm:cxn modelId="{305BD5FF-2C39-2543-AC61-D3303DA472B7}" type="presParOf" srcId="{AA457170-1FC1-774D-9687-B721851E3C90}" destId="{2ECEDFA0-5E6E-C54E-BF26-EF71A15A780B}" srcOrd="0" destOrd="0" presId="urn:microsoft.com/office/officeart/2005/8/layout/hList1"/>
    <dgm:cxn modelId="{2448DC29-B9C6-6047-B16A-6AC52F617CD8}" type="presParOf" srcId="{2ECEDFA0-5E6E-C54E-BF26-EF71A15A780B}" destId="{31505FD5-36CD-FD42-AC7E-D6E46D1CFD26}" srcOrd="0" destOrd="0" presId="urn:microsoft.com/office/officeart/2005/8/layout/hList1"/>
    <dgm:cxn modelId="{8D1D0170-45D7-1343-9E77-54B806B25695}" type="presParOf" srcId="{2ECEDFA0-5E6E-C54E-BF26-EF71A15A780B}" destId="{A67F962B-972B-0B46-942A-986567B3BB30}" srcOrd="1" destOrd="0" presId="urn:microsoft.com/office/officeart/2005/8/layout/hList1"/>
    <dgm:cxn modelId="{A1E11601-3018-F74C-8E55-0F6AFB85496C}" type="presParOf" srcId="{AA457170-1FC1-774D-9687-B721851E3C90}" destId="{804BD8C6-93C7-114F-8752-5C7D99728834}" srcOrd="1" destOrd="0" presId="urn:microsoft.com/office/officeart/2005/8/layout/hList1"/>
    <dgm:cxn modelId="{7BBFBF52-6CE1-714B-997C-3273EF2422B7}" type="presParOf" srcId="{AA457170-1FC1-774D-9687-B721851E3C90}" destId="{6BF638CE-0F1B-674B-B375-77C4C7A993CA}" srcOrd="2" destOrd="0" presId="urn:microsoft.com/office/officeart/2005/8/layout/hList1"/>
    <dgm:cxn modelId="{13DA2365-BFA6-7A4C-A0C6-15B04E9A18F5}" type="presParOf" srcId="{6BF638CE-0F1B-674B-B375-77C4C7A993CA}" destId="{9BB099EF-2AA1-B44C-9C9F-230FB008C1E3}" srcOrd="0" destOrd="0" presId="urn:microsoft.com/office/officeart/2005/8/layout/hList1"/>
    <dgm:cxn modelId="{8FB0FD16-7FD5-E54C-B42B-369F706C122A}" type="presParOf" srcId="{6BF638CE-0F1B-674B-B375-77C4C7A993CA}" destId="{C21EDE2A-1FBB-1346-B90E-145536E635D2}"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FE2A21E-2176-C443-A559-390EDBC79FAC}" type="doc">
      <dgm:prSet loTypeId="urn:microsoft.com/office/officeart/2005/8/layout/hList1" loCatId="" qsTypeId="urn:microsoft.com/office/officeart/2005/8/quickstyle/simple1" qsCatId="simple" csTypeId="urn:microsoft.com/office/officeart/2005/8/colors/accent1_2" csCatId="accent1" phldr="1"/>
      <dgm:spPr/>
      <dgm:t xml:space="preserve">
        <a:bodyPr/>
        <a:lstStyle/>
        <a:p>
          <a:endParaRPr lang="en-US"/>
        </a:p>
      </dgm:t>
    </dgm:pt>
    <dgm:pt modelId="{264B3B79-65D0-ED49-896F-0BE1E44E1138}">
      <dgm:prSet phldrT="[Text]"/>
      <dgm:spPr/>
      <dgm:t xml:space="preserve">
        <a:bodyPr/>
        <a:lstStyle/>
        <a:p>
          <a:pPr>
            <a:buNone/>
          </a:pPr>
          <a:r>
            <a:rPr lang="en-US" b="1" dirty="0"/>
            <a:t>Visual Evidence</a:t>
          </a:r>
        </a:p>
      </dgm:t>
    </dgm:pt>
    <dgm:pt modelId="{453A62FB-AB78-D040-A41E-E7CE1ADA45DE}" type="parTrans" cxnId="{3456677A-26F1-094E-976D-52D38371352D}">
      <dgm:prSet/>
      <dgm:spPr/>
      <dgm:t xml:space="preserve">
        <a:bodyPr/>
        <a:lstStyle/>
        <a:p>
          <a:endParaRPr lang="en-US"/>
        </a:p>
      </dgm:t>
    </dgm:pt>
    <dgm:pt modelId="{2C1DA775-1491-4145-A9ED-8F7153EA8C30}" type="sibTrans" cxnId="{3456677A-26F1-094E-976D-52D38371352D}">
      <dgm:prSet/>
      <dgm:spPr/>
      <dgm:t xml:space="preserve">
        <a:bodyPr/>
        <a:lstStyle/>
        <a:p>
          <a:endParaRPr lang="en-US"/>
        </a:p>
      </dgm:t>
    </dgm:pt>
    <dgm:pt modelId="{DF213320-A0BF-5A4F-824F-0B97F4A8057D}">
      <dgm:prSet phldrT="[Text]"/>
      <dgm:spPr/>
      <dgm:t xml:space="preserve">
        <a:bodyPr/>
        <a:lstStyle/>
        <a:p>
          <a:pPr>
            <a:buNone/>
          </a:pPr>
          <a:r>
            <a:rPr lang="en-US" b="0" dirty="0"/>
            <a:t>Include a simple graph showing bee counts dropping as temperature rises.</a:t>
          </a:r>
          <a:endParaRPr lang="en-US" dirty="0"/>
        </a:p>
      </dgm:t>
    </dgm:pt>
    <dgm:pt modelId="{876E4867-3C06-AF41-814B-88C88CE2BE90}" type="parTrans" cxnId="{32CE24C5-8B38-BD40-9D46-0018FE779F62}">
      <dgm:prSet/>
      <dgm:spPr/>
      <dgm:t xml:space="preserve">
        <a:bodyPr/>
        <a:lstStyle/>
        <a:p>
          <a:endParaRPr lang="en-US"/>
        </a:p>
      </dgm:t>
    </dgm:pt>
    <dgm:pt modelId="{775252BF-878D-6744-8C5A-02646DBEEB31}" type="sibTrans" cxnId="{32CE24C5-8B38-BD40-9D46-0018FE779F62}">
      <dgm:prSet/>
      <dgm:spPr/>
      <dgm:t xml:space="preserve">
        <a:bodyPr/>
        <a:lstStyle/>
        <a:p>
          <a:endParaRPr lang="en-US"/>
        </a:p>
      </dgm:t>
    </dgm:pt>
    <dgm:pt modelId="{C2A3F424-D35F-3043-95AA-798E7C12ED17}">
      <dgm:prSet phldrT="[Text]"/>
      <dgm:spPr/>
      <dgm:t xml:space="preserve">
        <a:bodyPr/>
        <a:lstStyle/>
        <a:p>
          <a:r>
            <a:rPr lang="en-US" b="1" dirty="0">
              <a:solidFill>
                <a:schemeClr val="bg1"/>
              </a:solidFill>
              <a:latin typeface="Aptos" panose="020B0004020202020204" pitchFamily="34" charset="0"/>
              <a:ea typeface="Inter" pitchFamily="34" charset="-122"/>
              <a:cs typeface="Inter" pitchFamily="34" charset="-120"/>
            </a:rPr>
            <a:t>Example Statement</a:t>
          </a:r>
          <a:endParaRPr lang="en-US" dirty="0"/>
        </a:p>
      </dgm:t>
    </dgm:pt>
    <dgm:pt modelId="{A484B16B-6454-B849-B041-B9768EB29AC6}" type="parTrans" cxnId="{165A4D70-E717-244B-BCC1-5A561A850363}">
      <dgm:prSet/>
      <dgm:spPr/>
      <dgm:t xml:space="preserve">
        <a:bodyPr/>
        <a:lstStyle/>
        <a:p>
          <a:endParaRPr lang="en-US"/>
        </a:p>
      </dgm:t>
    </dgm:pt>
    <dgm:pt modelId="{E268BC86-856B-F548-B2E6-D2A166B7B8ED}" type="sibTrans" cxnId="{165A4D70-E717-244B-BCC1-5A561A850363}">
      <dgm:prSet/>
      <dgm:spPr/>
      <dgm:t xml:space="preserve">
        <a:bodyPr/>
        <a:lstStyle/>
        <a:p>
          <a:endParaRPr lang="en-US"/>
        </a:p>
      </dgm:t>
    </dgm:pt>
    <dgm:pt modelId="{4687A5AC-78C9-A74E-A348-9DD30A8C4A8A}">
      <dgm:prSet phldrT="[Text]"/>
      <dgm:spPr/>
      <dgm:t xml:space="preserve">
        <a:bodyPr/>
        <a:lstStyle/>
        <a:p>
          <a:pPr>
            <a:buNone/>
          </a:pPr>
          <a:r>
            <a:rPr lang="en-US" b="0" dirty="0"/>
            <a:t>"We found that bee counts were lowest in the hottest months. When average monthly temperature rose above 30°C, bee counts dropped by about 30%. The bees consistently recovered when temperatures moderated in late summer."</a:t>
          </a:r>
          <a:endParaRPr lang="en-US" dirty="0"/>
        </a:p>
      </dgm:t>
    </dgm:pt>
    <dgm:pt modelId="{89B3CF63-368E-BF4A-B1E7-CD0361DA4376}" type="parTrans" cxnId="{89CBA4EA-C057-3740-9544-8C826D8EA6B2}">
      <dgm:prSet/>
      <dgm:spPr/>
      <dgm:t xml:space="preserve">
        <a:bodyPr/>
        <a:lstStyle/>
        <a:p>
          <a:endParaRPr lang="en-US"/>
        </a:p>
      </dgm:t>
    </dgm:pt>
    <dgm:pt modelId="{1CA8C7C0-5935-1B4A-B578-A73955220340}" type="sibTrans" cxnId="{89CBA4EA-C057-3740-9544-8C826D8EA6B2}">
      <dgm:prSet/>
      <dgm:spPr/>
      <dgm:t xml:space="preserve">
        <a:bodyPr/>
        <a:lstStyle/>
        <a:p>
          <a:endParaRPr lang="en-US"/>
        </a:p>
      </dgm:t>
    </dgm:pt>
    <dgm:pt modelId="{B12A8681-8E04-4449-8142-E5D5279633AB}">
      <dgm:prSet/>
      <dgm:spPr/>
      <dgm:t xml:space="preserve">
        <a:bodyPr/>
        <a:lstStyle/>
        <a:p>
          <a:pPr>
            <a:buNone/>
          </a:pPr>
          <a:r>
            <a:rPr lang="en-US" b="0" dirty="0"/>
            <a:t>Highlight the key correlation values that support your conclusion.</a:t>
          </a:r>
        </a:p>
      </dgm:t>
    </dgm:pt>
    <dgm:pt modelId="{D430670F-397B-E94A-8BE3-D1A65FBFF044}" type="parTrans" cxnId="{768D70E4-8756-204F-82ED-33B6F7164562}">
      <dgm:prSet/>
      <dgm:spPr/>
      <dgm:t xml:space="preserve">
        <a:bodyPr/>
        <a:lstStyle/>
        <a:p>
          <a:endParaRPr lang="en-US"/>
        </a:p>
      </dgm:t>
    </dgm:pt>
    <dgm:pt modelId="{3A3D596C-63BC-4746-9C01-ABDAB8EA04D8}" type="sibTrans" cxnId="{768D70E4-8756-204F-82ED-33B6F7164562}">
      <dgm:prSet/>
      <dgm:spPr/>
      <dgm:t xml:space="preserve">
        <a:bodyPr/>
        <a:lstStyle/>
        <a:p>
          <a:endParaRPr lang="en-US"/>
        </a:p>
      </dgm:t>
    </dgm:pt>
    <dgm:pt modelId="{5814DC33-61AE-0C49-BF5B-048991323386}" type="pres">
      <dgm:prSet presAssocID="{8FE2A21E-2176-C443-A559-390EDBC79FAC}" presName="Name0" presStyleCnt="0">
        <dgm:presLayoutVars>
          <dgm:dir/>
          <dgm:animLvl val="lvl"/>
          <dgm:resizeHandles val="exact"/>
        </dgm:presLayoutVars>
      </dgm:prSet>
      <dgm:spPr/>
    </dgm:pt>
    <dgm:pt modelId="{D1CA745F-029A-DB45-BF54-5BAC3E00F81F}" type="pres">
      <dgm:prSet presAssocID="{264B3B79-65D0-ED49-896F-0BE1E44E1138}" presName="composite" presStyleCnt="0"/>
      <dgm:spPr/>
    </dgm:pt>
    <dgm:pt modelId="{1937256A-88AD-A94A-80FE-551EA24A6B24}" type="pres">
      <dgm:prSet presAssocID="{264B3B79-65D0-ED49-896F-0BE1E44E1138}" presName="parTx" presStyleLbl="alignNode1" presStyleIdx="0" presStyleCnt="2">
        <dgm:presLayoutVars>
          <dgm:chMax val="0"/>
          <dgm:chPref val="0"/>
          <dgm:bulletEnabled val="1"/>
        </dgm:presLayoutVars>
      </dgm:prSet>
      <dgm:spPr/>
    </dgm:pt>
    <dgm:pt modelId="{DB6159B1-8710-5B42-820B-A0C7AB0DB1C5}" type="pres">
      <dgm:prSet presAssocID="{264B3B79-65D0-ED49-896F-0BE1E44E1138}" presName="desTx" presStyleLbl="alignAccFollowNode1" presStyleIdx="0" presStyleCnt="2">
        <dgm:presLayoutVars>
          <dgm:bulletEnabled val="1"/>
        </dgm:presLayoutVars>
      </dgm:prSet>
      <dgm:spPr/>
    </dgm:pt>
    <dgm:pt modelId="{92610CA7-73CB-2A48-B502-7E157182CC0A}" type="pres">
      <dgm:prSet presAssocID="{2C1DA775-1491-4145-A9ED-8F7153EA8C30}" presName="space" presStyleCnt="0"/>
      <dgm:spPr/>
    </dgm:pt>
    <dgm:pt modelId="{0750E208-006A-994B-903C-396AC9B157C7}" type="pres">
      <dgm:prSet presAssocID="{C2A3F424-D35F-3043-95AA-798E7C12ED17}" presName="composite" presStyleCnt="0"/>
      <dgm:spPr/>
    </dgm:pt>
    <dgm:pt modelId="{44D8D27F-DCCE-6348-92EE-C29F440DFAB9}" type="pres">
      <dgm:prSet presAssocID="{C2A3F424-D35F-3043-95AA-798E7C12ED17}" presName="parTx" presStyleLbl="alignNode1" presStyleIdx="1" presStyleCnt="2">
        <dgm:presLayoutVars>
          <dgm:chMax val="0"/>
          <dgm:chPref val="0"/>
          <dgm:bulletEnabled val="1"/>
        </dgm:presLayoutVars>
      </dgm:prSet>
      <dgm:spPr/>
    </dgm:pt>
    <dgm:pt modelId="{7E63C1FB-FF65-CE4D-8827-364C50172305}" type="pres">
      <dgm:prSet presAssocID="{C2A3F424-D35F-3043-95AA-798E7C12ED17}" presName="desTx" presStyleLbl="alignAccFollowNode1" presStyleIdx="1" presStyleCnt="2">
        <dgm:presLayoutVars>
          <dgm:bulletEnabled val="1"/>
        </dgm:presLayoutVars>
      </dgm:prSet>
      <dgm:spPr/>
    </dgm:pt>
  </dgm:ptLst>
  <dgm:cxnLst>
    <dgm:cxn modelId="{BD189E0E-4511-D044-A51B-AF00BC8076C9}" type="presOf" srcId="{8FE2A21E-2176-C443-A559-390EDBC79FAC}" destId="{5814DC33-61AE-0C49-BF5B-048991323386}" srcOrd="0" destOrd="0" presId="urn:microsoft.com/office/officeart/2005/8/layout/hList1"/>
    <dgm:cxn modelId="{A9C4DD18-EE61-D243-912C-0B8F5C14B8F8}" type="presOf" srcId="{B12A8681-8E04-4449-8142-E5D5279633AB}" destId="{DB6159B1-8710-5B42-820B-A0C7AB0DB1C5}" srcOrd="0" destOrd="1" presId="urn:microsoft.com/office/officeart/2005/8/layout/hList1"/>
    <dgm:cxn modelId="{5EC77E26-38E2-B243-9840-51186F7FE197}" type="presOf" srcId="{264B3B79-65D0-ED49-896F-0BE1E44E1138}" destId="{1937256A-88AD-A94A-80FE-551EA24A6B24}" srcOrd="0" destOrd="0" presId="urn:microsoft.com/office/officeart/2005/8/layout/hList1"/>
    <dgm:cxn modelId="{D8BDBB3B-89A6-BE4E-9D05-15017CA39B48}" type="presOf" srcId="{4687A5AC-78C9-A74E-A348-9DD30A8C4A8A}" destId="{7E63C1FB-FF65-CE4D-8827-364C50172305}" srcOrd="0" destOrd="0" presId="urn:microsoft.com/office/officeart/2005/8/layout/hList1"/>
    <dgm:cxn modelId="{165A4D70-E717-244B-BCC1-5A561A850363}" srcId="{8FE2A21E-2176-C443-A559-390EDBC79FAC}" destId="{C2A3F424-D35F-3043-95AA-798E7C12ED17}" srcOrd="1" destOrd="0" parTransId="{A484B16B-6454-B849-B041-B9768EB29AC6}" sibTransId="{E268BC86-856B-F548-B2E6-D2A166B7B8ED}"/>
    <dgm:cxn modelId="{3DA9D870-6B16-9F4D-807F-F146CBEF00F0}" type="presOf" srcId="{DF213320-A0BF-5A4F-824F-0B97F4A8057D}" destId="{DB6159B1-8710-5B42-820B-A0C7AB0DB1C5}" srcOrd="0" destOrd="0" presId="urn:microsoft.com/office/officeart/2005/8/layout/hList1"/>
    <dgm:cxn modelId="{3456677A-26F1-094E-976D-52D38371352D}" srcId="{8FE2A21E-2176-C443-A559-390EDBC79FAC}" destId="{264B3B79-65D0-ED49-896F-0BE1E44E1138}" srcOrd="0" destOrd="0" parTransId="{453A62FB-AB78-D040-A41E-E7CE1ADA45DE}" sibTransId="{2C1DA775-1491-4145-A9ED-8F7153EA8C30}"/>
    <dgm:cxn modelId="{32CE24C5-8B38-BD40-9D46-0018FE779F62}" srcId="{264B3B79-65D0-ED49-896F-0BE1E44E1138}" destId="{DF213320-A0BF-5A4F-824F-0B97F4A8057D}" srcOrd="0" destOrd="0" parTransId="{876E4867-3C06-AF41-814B-88C88CE2BE90}" sibTransId="{775252BF-878D-6744-8C5A-02646DBEEB31}"/>
    <dgm:cxn modelId="{6112FCCD-92CB-5C4C-8996-2A4C70089EEB}" type="presOf" srcId="{C2A3F424-D35F-3043-95AA-798E7C12ED17}" destId="{44D8D27F-DCCE-6348-92EE-C29F440DFAB9}" srcOrd="0" destOrd="0" presId="urn:microsoft.com/office/officeart/2005/8/layout/hList1"/>
    <dgm:cxn modelId="{768D70E4-8756-204F-82ED-33B6F7164562}" srcId="{264B3B79-65D0-ED49-896F-0BE1E44E1138}" destId="{B12A8681-8E04-4449-8142-E5D5279633AB}" srcOrd="1" destOrd="0" parTransId="{D430670F-397B-E94A-8BE3-D1A65FBFF044}" sibTransId="{3A3D596C-63BC-4746-9C01-ABDAB8EA04D8}"/>
    <dgm:cxn modelId="{89CBA4EA-C057-3740-9544-8C826D8EA6B2}" srcId="{C2A3F424-D35F-3043-95AA-798E7C12ED17}" destId="{4687A5AC-78C9-A74E-A348-9DD30A8C4A8A}" srcOrd="0" destOrd="0" parTransId="{89B3CF63-368E-BF4A-B1E7-CD0361DA4376}" sibTransId="{1CA8C7C0-5935-1B4A-B578-A73955220340}"/>
    <dgm:cxn modelId="{C0A808F2-3E2B-C142-B5A6-83B05298CADF}" type="presParOf" srcId="{5814DC33-61AE-0C49-BF5B-048991323386}" destId="{D1CA745F-029A-DB45-BF54-5BAC3E00F81F}" srcOrd="0" destOrd="0" presId="urn:microsoft.com/office/officeart/2005/8/layout/hList1"/>
    <dgm:cxn modelId="{DAFB8B2E-836C-2143-9376-998181F63589}" type="presParOf" srcId="{D1CA745F-029A-DB45-BF54-5BAC3E00F81F}" destId="{1937256A-88AD-A94A-80FE-551EA24A6B24}" srcOrd="0" destOrd="0" presId="urn:microsoft.com/office/officeart/2005/8/layout/hList1"/>
    <dgm:cxn modelId="{F0963AAC-9262-6E4E-8F70-13E27633F0DF}" type="presParOf" srcId="{D1CA745F-029A-DB45-BF54-5BAC3E00F81F}" destId="{DB6159B1-8710-5B42-820B-A0C7AB0DB1C5}" srcOrd="1" destOrd="0" presId="urn:microsoft.com/office/officeart/2005/8/layout/hList1"/>
    <dgm:cxn modelId="{575934DC-C485-494D-B7D5-5F3D72703943}" type="presParOf" srcId="{5814DC33-61AE-0C49-BF5B-048991323386}" destId="{92610CA7-73CB-2A48-B502-7E157182CC0A}" srcOrd="1" destOrd="0" presId="urn:microsoft.com/office/officeart/2005/8/layout/hList1"/>
    <dgm:cxn modelId="{8B2F48BD-EB5A-184A-B0FB-D2D2F01A285D}" type="presParOf" srcId="{5814DC33-61AE-0C49-BF5B-048991323386}" destId="{0750E208-006A-994B-903C-396AC9B157C7}" srcOrd="2" destOrd="0" presId="urn:microsoft.com/office/officeart/2005/8/layout/hList1"/>
    <dgm:cxn modelId="{098C4D5E-87CF-3D4E-AE18-C89F0E078698}" type="presParOf" srcId="{0750E208-006A-994B-903C-396AC9B157C7}" destId="{44D8D27F-DCCE-6348-92EE-C29F440DFAB9}" srcOrd="0" destOrd="0" presId="urn:microsoft.com/office/officeart/2005/8/layout/hList1"/>
    <dgm:cxn modelId="{EA1EA86C-3D2E-7C49-A7BE-B5BBF4E31346}" type="presParOf" srcId="{0750E208-006A-994B-903C-396AC9B157C7}" destId="{7E63C1FB-FF65-CE4D-8827-364C5017230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175D6FB-E703-4A24-A227-A8C76C8DD26A}" type="doc">
      <dgm:prSet loTypeId="urn:microsoft.com/office/officeart/2018/2/layout/IconVerticalSolidList" loCatId="icon" qsTypeId="urn:microsoft.com/office/officeart/2005/8/quickstyle/simple1" qsCatId="simple" csTypeId="urn:microsoft.com/office/officeart/2005/8/colors/accent2_2" csCatId="accent2" phldr="1"/>
      <dgm:spPr/>
      <dgm:t xml:space="preserve">
        <a:bodyPr/>
        <a:lstStyle/>
        <a:p>
          <a:endParaRPr lang="en-US"/>
        </a:p>
      </dgm:t>
    </dgm:pt>
    <dgm:pt modelId="{B918D4DD-2911-42B6-9B45-B7701C3A9CE7}">
      <dgm:prSet/>
      <dgm:spPr/>
      <dgm:t xml:space="preserve">
        <a:bodyPr/>
        <a:lstStyle/>
        <a:p>
          <a:r>
            <a:rPr lang="en-US"/>
            <a:t>Reflect on the hardest part</a:t>
          </a:r>
        </a:p>
      </dgm:t>
    </dgm:pt>
    <dgm:pt modelId="{8109A87A-D416-4183-9D6D-CF88623A22E8}" type="parTrans" cxnId="{7967A41B-2173-47B7-9A63-5DD7FE3DAD31}">
      <dgm:prSet/>
      <dgm:spPr/>
      <dgm:t xml:space="preserve">
        <a:bodyPr/>
        <a:lstStyle/>
        <a:p>
          <a:endParaRPr lang="en-US"/>
        </a:p>
      </dgm:t>
    </dgm:pt>
    <dgm:pt modelId="{768CA813-09BC-4C14-8961-2F705661431B}" type="sibTrans" cxnId="{7967A41B-2173-47B7-9A63-5DD7FE3DAD31}">
      <dgm:prSet/>
      <dgm:spPr/>
      <dgm:t xml:space="preserve">
        <a:bodyPr/>
        <a:lstStyle/>
        <a:p>
          <a:endParaRPr lang="en-US"/>
        </a:p>
      </dgm:t>
    </dgm:pt>
    <dgm:pt modelId="{E71B03F5-6184-4C4F-B3EF-8A312A676707}">
      <dgm:prSet/>
      <dgm:spPr/>
      <dgm:t xml:space="preserve">
        <a:bodyPr/>
        <a:lstStyle/>
        <a:p>
          <a:r>
            <a:rPr lang="en-US"/>
            <a:t>Was it data wrangling, merging datasets, or handling outliers?</a:t>
          </a:r>
        </a:p>
      </dgm:t>
    </dgm:pt>
    <dgm:pt modelId="{B0CCACDA-BD1B-4FD4-AD6B-166DBF4AFBBC}" type="parTrans" cxnId="{F385C49C-FC72-48C9-849A-AB17BA91CADD}">
      <dgm:prSet/>
      <dgm:spPr/>
      <dgm:t xml:space="preserve">
        <a:bodyPr/>
        <a:lstStyle/>
        <a:p>
          <a:endParaRPr lang="en-US"/>
        </a:p>
      </dgm:t>
    </dgm:pt>
    <dgm:pt modelId="{BE265282-88F8-4925-9217-36BC6F119B99}" type="sibTrans" cxnId="{F385C49C-FC72-48C9-849A-AB17BA91CADD}">
      <dgm:prSet/>
      <dgm:spPr/>
      <dgm:t xml:space="preserve">
        <a:bodyPr/>
        <a:lstStyle/>
        <a:p>
          <a:endParaRPr lang="en-US"/>
        </a:p>
      </dgm:t>
    </dgm:pt>
    <dgm:pt modelId="{48357D5D-97CD-4423-BD68-E36B4176A3A7}">
      <dgm:prSet/>
      <dgm:spPr/>
      <dgm:t xml:space="preserve">
        <a:bodyPr/>
        <a:lstStyle/>
        <a:p>
          <a:r>
            <a:rPr lang="en-US"/>
            <a:t xml:space="preserve">Consider what you’d do if no clear pattern emerged (e.g., no correlation with weather) </a:t>
          </a:r>
        </a:p>
      </dgm:t>
    </dgm:pt>
    <dgm:pt modelId="{397A8C37-BD5A-4973-95EE-23E2A34E26B9}" type="parTrans" cxnId="{E1F53FB2-0EE2-46D3-BF5C-8B7F5C72EEF6}">
      <dgm:prSet/>
      <dgm:spPr/>
      <dgm:t xml:space="preserve">
        <a:bodyPr/>
        <a:lstStyle/>
        <a:p>
          <a:endParaRPr lang="en-US"/>
        </a:p>
      </dgm:t>
    </dgm:pt>
    <dgm:pt modelId="{0AC67337-32FC-42AD-87BB-3590B777961D}" type="sibTrans" cxnId="{E1F53FB2-0EE2-46D3-BF5C-8B7F5C72EEF6}">
      <dgm:prSet/>
      <dgm:spPr/>
      <dgm:t xml:space="preserve">
        <a:bodyPr/>
        <a:lstStyle/>
        <a:p>
          <a:endParaRPr lang="en-US"/>
        </a:p>
      </dgm:t>
    </dgm:pt>
    <dgm:pt modelId="{748CD8E3-66FD-4A7B-8BD4-726D49C6F0E9}">
      <dgm:prSet/>
      <dgm:spPr/>
      <dgm:t xml:space="preserve">
        <a:bodyPr/>
        <a:lstStyle/>
        <a:p>
          <a:r>
            <a:rPr lang="en-US"/>
            <a:t>Would you collect more data or try a different analysis?</a:t>
          </a:r>
        </a:p>
      </dgm:t>
    </dgm:pt>
    <dgm:pt modelId="{8498E84F-E06D-4444-B310-A16DDF9B98F6}" type="parTrans" cxnId="{02266B2F-7EE0-4610-9A53-99F77B3AF09F}">
      <dgm:prSet/>
      <dgm:spPr/>
      <dgm:t xml:space="preserve">
        <a:bodyPr/>
        <a:lstStyle/>
        <a:p>
          <a:endParaRPr lang="en-US"/>
        </a:p>
      </dgm:t>
    </dgm:pt>
    <dgm:pt modelId="{815094EA-8216-4434-A617-33FDDDB0696B}" type="sibTrans" cxnId="{02266B2F-7EE0-4610-9A53-99F77B3AF09F}">
      <dgm:prSet/>
      <dgm:spPr/>
      <dgm:t xml:space="preserve">
        <a:bodyPr/>
        <a:lstStyle/>
        <a:p>
          <a:endParaRPr lang="en-US"/>
        </a:p>
      </dgm:t>
    </dgm:pt>
    <dgm:pt modelId="{9FD493C8-B605-491C-827B-96F70BA77C55}">
      <dgm:prSet/>
      <dgm:spPr/>
      <dgm:t xml:space="preserve">
        <a:bodyPr/>
        <a:lstStyle/>
        <a:p>
          <a:r>
            <a:rPr lang="en-US"/>
            <a:t>Think about how breaking the task into steps (planning, cleaning, exploring, etc.) helped you manage a complex problem.</a:t>
          </a:r>
        </a:p>
      </dgm:t>
    </dgm:pt>
    <dgm:pt modelId="{693FD3CA-7FFF-4623-8022-9C5E42E95DBC}" type="parTrans" cxnId="{875A7A49-2D48-4886-97D5-CE5806B7A269}">
      <dgm:prSet/>
      <dgm:spPr/>
      <dgm:t xml:space="preserve">
        <a:bodyPr/>
        <a:lstStyle/>
        <a:p>
          <a:endParaRPr lang="en-US"/>
        </a:p>
      </dgm:t>
    </dgm:pt>
    <dgm:pt modelId="{7DB161AA-924A-422B-A8C8-0FFB640C33E8}" type="sibTrans" cxnId="{875A7A49-2D48-4886-97D5-CE5806B7A269}">
      <dgm:prSet/>
      <dgm:spPr/>
      <dgm:t xml:space="preserve">
        <a:bodyPr/>
        <a:lstStyle/>
        <a:p>
          <a:endParaRPr lang="en-US"/>
        </a:p>
      </dgm:t>
    </dgm:pt>
    <dgm:pt modelId="{0E936F20-90A8-4293-A927-A5797B14F595}" type="pres">
      <dgm:prSet presAssocID="{E175D6FB-E703-4A24-A227-A8C76C8DD26A}" presName="root" presStyleCnt="0">
        <dgm:presLayoutVars>
          <dgm:dir/>
          <dgm:resizeHandles val="exact"/>
        </dgm:presLayoutVars>
      </dgm:prSet>
      <dgm:spPr/>
    </dgm:pt>
    <dgm:pt modelId="{81C53F52-C5F8-4B3E-BE14-EF4100A61F86}" type="pres">
      <dgm:prSet presAssocID="{B918D4DD-2911-42B6-9B45-B7701C3A9CE7}" presName="compNode" presStyleCnt="0"/>
      <dgm:spPr/>
    </dgm:pt>
    <dgm:pt modelId="{66603272-DF41-4A1A-BF18-614265BE3482}" type="pres">
      <dgm:prSet presAssocID="{B918D4DD-2911-42B6-9B45-B7701C3A9CE7}" presName="bgRect" presStyleLbl="bgShp" presStyleIdx="0" presStyleCnt="3"/>
      <dgm:spPr/>
    </dgm:pt>
    <dgm:pt modelId="{4DDB27EF-798D-4E78-8B1B-3608783D2F62}" type="pres">
      <dgm:prSet presAssocID="{B918D4DD-2911-42B6-9B45-B7701C3A9CE7}"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atistics"/>
        </a:ext>
      </dgm:extLst>
    </dgm:pt>
    <dgm:pt modelId="{9C34F81F-730B-49CF-9D5F-40FFB0E8FC76}" type="pres">
      <dgm:prSet presAssocID="{B918D4DD-2911-42B6-9B45-B7701C3A9CE7}" presName="spaceRect" presStyleCnt="0"/>
      <dgm:spPr/>
    </dgm:pt>
    <dgm:pt modelId="{FB7B8DBB-66E2-40C8-AE4B-27343B4056CF}" type="pres">
      <dgm:prSet presAssocID="{B918D4DD-2911-42B6-9B45-B7701C3A9CE7}" presName="parTx" presStyleLbl="revTx" presStyleIdx="0" presStyleCnt="5">
        <dgm:presLayoutVars>
          <dgm:chMax val="0"/>
          <dgm:chPref val="0"/>
        </dgm:presLayoutVars>
      </dgm:prSet>
      <dgm:spPr/>
    </dgm:pt>
    <dgm:pt modelId="{059EEC92-31EE-4F69-849D-1BEB4FA604D0}" type="pres">
      <dgm:prSet presAssocID="{B918D4DD-2911-42B6-9B45-B7701C3A9CE7}" presName="desTx" presStyleLbl="revTx" presStyleIdx="1" presStyleCnt="5">
        <dgm:presLayoutVars/>
      </dgm:prSet>
      <dgm:spPr/>
    </dgm:pt>
    <dgm:pt modelId="{709A1D7F-1D2D-4AEC-996E-CD31ED49F27D}" type="pres">
      <dgm:prSet presAssocID="{768CA813-09BC-4C14-8961-2F705661431B}" presName="sibTrans" presStyleCnt="0"/>
      <dgm:spPr/>
    </dgm:pt>
    <dgm:pt modelId="{DE3E661E-AE7C-4B49-9B85-785180FA1E33}" type="pres">
      <dgm:prSet presAssocID="{48357D5D-97CD-4423-BD68-E36B4176A3A7}" presName="compNode" presStyleCnt="0"/>
      <dgm:spPr/>
    </dgm:pt>
    <dgm:pt modelId="{D1930FD5-8C21-46E4-A845-60159A35D034}" type="pres">
      <dgm:prSet presAssocID="{48357D5D-97CD-4423-BD68-E36B4176A3A7}" presName="bgRect" presStyleLbl="bgShp" presStyleIdx="1" presStyleCnt="3"/>
      <dgm:spPr/>
    </dgm:pt>
    <dgm:pt modelId="{2F536D8E-DF7F-4FA4-A33F-D8E98910B761}" type="pres">
      <dgm:prSet presAssocID="{48357D5D-97CD-4423-BD68-E36B4176A3A7}"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artial Sun"/>
        </a:ext>
      </dgm:extLst>
    </dgm:pt>
    <dgm:pt modelId="{EE4205B3-19F1-4713-A99A-C6CEBE27538E}" type="pres">
      <dgm:prSet presAssocID="{48357D5D-97CD-4423-BD68-E36B4176A3A7}" presName="spaceRect" presStyleCnt="0"/>
      <dgm:spPr/>
    </dgm:pt>
    <dgm:pt modelId="{6798E325-F3FB-4255-BDB5-05F0E96728CE}" type="pres">
      <dgm:prSet presAssocID="{48357D5D-97CD-4423-BD68-E36B4176A3A7}" presName="parTx" presStyleLbl="revTx" presStyleIdx="2" presStyleCnt="5">
        <dgm:presLayoutVars>
          <dgm:chMax val="0"/>
          <dgm:chPref val="0"/>
        </dgm:presLayoutVars>
      </dgm:prSet>
      <dgm:spPr/>
    </dgm:pt>
    <dgm:pt modelId="{ACD4274D-641D-4E07-8552-B7B39A831A1F}" type="pres">
      <dgm:prSet presAssocID="{48357D5D-97CD-4423-BD68-E36B4176A3A7}" presName="desTx" presStyleLbl="revTx" presStyleIdx="3" presStyleCnt="5">
        <dgm:presLayoutVars/>
      </dgm:prSet>
      <dgm:spPr/>
    </dgm:pt>
    <dgm:pt modelId="{E31AF91F-732F-4D73-BA40-AD7904E9A9C0}" type="pres">
      <dgm:prSet presAssocID="{0AC67337-32FC-42AD-87BB-3590B777961D}" presName="sibTrans" presStyleCnt="0"/>
      <dgm:spPr/>
    </dgm:pt>
    <dgm:pt modelId="{209472AF-F71C-4544-B528-D70AE68B576C}" type="pres">
      <dgm:prSet presAssocID="{9FD493C8-B605-491C-827B-96F70BA77C55}" presName="compNode" presStyleCnt="0"/>
      <dgm:spPr/>
    </dgm:pt>
    <dgm:pt modelId="{3263A447-EB1C-46BD-8002-A05E70F01525}" type="pres">
      <dgm:prSet presAssocID="{9FD493C8-B605-491C-827B-96F70BA77C55}" presName="bgRect" presStyleLbl="bgShp" presStyleIdx="2" presStyleCnt="3"/>
      <dgm:spPr/>
    </dgm:pt>
    <dgm:pt modelId="{D3E86A6C-BA47-4089-9E91-6007CC4D6C95}" type="pres">
      <dgm:prSet presAssocID="{9FD493C8-B605-491C-827B-96F70BA77C5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aze"/>
        </a:ext>
      </dgm:extLst>
    </dgm:pt>
    <dgm:pt modelId="{5888B3F4-1BA7-43A0-86E6-0AD402ED5EDA}" type="pres">
      <dgm:prSet presAssocID="{9FD493C8-B605-491C-827B-96F70BA77C55}" presName="spaceRect" presStyleCnt="0"/>
      <dgm:spPr/>
    </dgm:pt>
    <dgm:pt modelId="{F96BAE6D-FBB8-4725-8922-D5C1CB37489A}" type="pres">
      <dgm:prSet presAssocID="{9FD493C8-B605-491C-827B-96F70BA77C55}" presName="parTx" presStyleLbl="revTx" presStyleIdx="4" presStyleCnt="5">
        <dgm:presLayoutVars>
          <dgm:chMax val="0"/>
          <dgm:chPref val="0"/>
        </dgm:presLayoutVars>
      </dgm:prSet>
      <dgm:spPr/>
    </dgm:pt>
  </dgm:ptLst>
  <dgm:cxnLst>
    <dgm:cxn modelId="{7967A41B-2173-47B7-9A63-5DD7FE3DAD31}" srcId="{E175D6FB-E703-4A24-A227-A8C76C8DD26A}" destId="{B918D4DD-2911-42B6-9B45-B7701C3A9CE7}" srcOrd="0" destOrd="0" parTransId="{8109A87A-D416-4183-9D6D-CF88623A22E8}" sibTransId="{768CA813-09BC-4C14-8961-2F705661431B}"/>
    <dgm:cxn modelId="{6C8B291D-0510-4F84-8833-338E6FAA13D4}" type="presOf" srcId="{B918D4DD-2911-42B6-9B45-B7701C3A9CE7}" destId="{FB7B8DBB-66E2-40C8-AE4B-27343B4056CF}" srcOrd="0" destOrd="0" presId="urn:microsoft.com/office/officeart/2018/2/layout/IconVerticalSolidList"/>
    <dgm:cxn modelId="{D5DDE129-8D25-4660-AFE4-5BBC89492280}" type="presOf" srcId="{9FD493C8-B605-491C-827B-96F70BA77C55}" destId="{F96BAE6D-FBB8-4725-8922-D5C1CB37489A}" srcOrd="0" destOrd="0" presId="urn:microsoft.com/office/officeart/2018/2/layout/IconVerticalSolidList"/>
    <dgm:cxn modelId="{02266B2F-7EE0-4610-9A53-99F77B3AF09F}" srcId="{48357D5D-97CD-4423-BD68-E36B4176A3A7}" destId="{748CD8E3-66FD-4A7B-8BD4-726D49C6F0E9}" srcOrd="0" destOrd="0" parTransId="{8498E84F-E06D-4444-B310-A16DDF9B98F6}" sibTransId="{815094EA-8216-4434-A617-33FDDDB0696B}"/>
    <dgm:cxn modelId="{875A7A49-2D48-4886-97D5-CE5806B7A269}" srcId="{E175D6FB-E703-4A24-A227-A8C76C8DD26A}" destId="{9FD493C8-B605-491C-827B-96F70BA77C55}" srcOrd="2" destOrd="0" parTransId="{693FD3CA-7FFF-4623-8022-9C5E42E95DBC}" sibTransId="{7DB161AA-924A-422B-A8C8-0FFB640C33E8}"/>
    <dgm:cxn modelId="{4B6B1A52-7CA2-4E5F-89DF-E02603F71CB3}" type="presOf" srcId="{E175D6FB-E703-4A24-A227-A8C76C8DD26A}" destId="{0E936F20-90A8-4293-A927-A5797B14F595}" srcOrd="0" destOrd="0" presId="urn:microsoft.com/office/officeart/2018/2/layout/IconVerticalSolidList"/>
    <dgm:cxn modelId="{026F3F81-A086-46E5-9EB1-373EB92879A6}" type="presOf" srcId="{48357D5D-97CD-4423-BD68-E36B4176A3A7}" destId="{6798E325-F3FB-4255-BDB5-05F0E96728CE}" srcOrd="0" destOrd="0" presId="urn:microsoft.com/office/officeart/2018/2/layout/IconVerticalSolidList"/>
    <dgm:cxn modelId="{BD9CAF94-331F-44BF-AE37-BC1A11F2B6AD}" type="presOf" srcId="{E71B03F5-6184-4C4F-B3EF-8A312A676707}" destId="{059EEC92-31EE-4F69-849D-1BEB4FA604D0}" srcOrd="0" destOrd="0" presId="urn:microsoft.com/office/officeart/2018/2/layout/IconVerticalSolidList"/>
    <dgm:cxn modelId="{F385C49C-FC72-48C9-849A-AB17BA91CADD}" srcId="{B918D4DD-2911-42B6-9B45-B7701C3A9CE7}" destId="{E71B03F5-6184-4C4F-B3EF-8A312A676707}" srcOrd="0" destOrd="0" parTransId="{B0CCACDA-BD1B-4FD4-AD6B-166DBF4AFBBC}" sibTransId="{BE265282-88F8-4925-9217-36BC6F119B99}"/>
    <dgm:cxn modelId="{E1F53FB2-0EE2-46D3-BF5C-8B7F5C72EEF6}" srcId="{E175D6FB-E703-4A24-A227-A8C76C8DD26A}" destId="{48357D5D-97CD-4423-BD68-E36B4176A3A7}" srcOrd="1" destOrd="0" parTransId="{397A8C37-BD5A-4973-95EE-23E2A34E26B9}" sibTransId="{0AC67337-32FC-42AD-87BB-3590B777961D}"/>
    <dgm:cxn modelId="{D4F1CCE0-8343-431D-BD57-96CFF89DB546}" type="presOf" srcId="{748CD8E3-66FD-4A7B-8BD4-726D49C6F0E9}" destId="{ACD4274D-641D-4E07-8552-B7B39A831A1F}" srcOrd="0" destOrd="0" presId="urn:microsoft.com/office/officeart/2018/2/layout/IconVerticalSolidList"/>
    <dgm:cxn modelId="{A5775F8D-CF57-4F90-B14E-6BA157CCD874}" type="presParOf" srcId="{0E936F20-90A8-4293-A927-A5797B14F595}" destId="{81C53F52-C5F8-4B3E-BE14-EF4100A61F86}" srcOrd="0" destOrd="0" presId="urn:microsoft.com/office/officeart/2018/2/layout/IconVerticalSolidList"/>
    <dgm:cxn modelId="{09E75367-91CB-427B-9857-3157632DF0B3}" type="presParOf" srcId="{81C53F52-C5F8-4B3E-BE14-EF4100A61F86}" destId="{66603272-DF41-4A1A-BF18-614265BE3482}" srcOrd="0" destOrd="0" presId="urn:microsoft.com/office/officeart/2018/2/layout/IconVerticalSolidList"/>
    <dgm:cxn modelId="{BE45B633-AC32-4E53-A143-624D2D5F28F5}" type="presParOf" srcId="{81C53F52-C5F8-4B3E-BE14-EF4100A61F86}" destId="{4DDB27EF-798D-4E78-8B1B-3608783D2F62}" srcOrd="1" destOrd="0" presId="urn:microsoft.com/office/officeart/2018/2/layout/IconVerticalSolidList"/>
    <dgm:cxn modelId="{2AEE5401-8030-4320-83E5-DEC463B1E56D}" type="presParOf" srcId="{81C53F52-C5F8-4B3E-BE14-EF4100A61F86}" destId="{9C34F81F-730B-49CF-9D5F-40FFB0E8FC76}" srcOrd="2" destOrd="0" presId="urn:microsoft.com/office/officeart/2018/2/layout/IconVerticalSolidList"/>
    <dgm:cxn modelId="{EF6CF7CE-FFAA-452A-BC1A-B2E292FCED03}" type="presParOf" srcId="{81C53F52-C5F8-4B3E-BE14-EF4100A61F86}" destId="{FB7B8DBB-66E2-40C8-AE4B-27343B4056CF}" srcOrd="3" destOrd="0" presId="urn:microsoft.com/office/officeart/2018/2/layout/IconVerticalSolidList"/>
    <dgm:cxn modelId="{B2E08240-EF0A-48C0-A2D7-1CC8471D9C52}" type="presParOf" srcId="{81C53F52-C5F8-4B3E-BE14-EF4100A61F86}" destId="{059EEC92-31EE-4F69-849D-1BEB4FA604D0}" srcOrd="4" destOrd="0" presId="urn:microsoft.com/office/officeart/2018/2/layout/IconVerticalSolidList"/>
    <dgm:cxn modelId="{0CE759EF-E401-4A43-A2F9-1A82FB649572}" type="presParOf" srcId="{0E936F20-90A8-4293-A927-A5797B14F595}" destId="{709A1D7F-1D2D-4AEC-996E-CD31ED49F27D}" srcOrd="1" destOrd="0" presId="urn:microsoft.com/office/officeart/2018/2/layout/IconVerticalSolidList"/>
    <dgm:cxn modelId="{DA2E381C-F548-4C35-8E18-72CAA332BEEB}" type="presParOf" srcId="{0E936F20-90A8-4293-A927-A5797B14F595}" destId="{DE3E661E-AE7C-4B49-9B85-785180FA1E33}" srcOrd="2" destOrd="0" presId="urn:microsoft.com/office/officeart/2018/2/layout/IconVerticalSolidList"/>
    <dgm:cxn modelId="{01EBDCC5-4489-4B2E-BF45-27F80E824C68}" type="presParOf" srcId="{DE3E661E-AE7C-4B49-9B85-785180FA1E33}" destId="{D1930FD5-8C21-46E4-A845-60159A35D034}" srcOrd="0" destOrd="0" presId="urn:microsoft.com/office/officeart/2018/2/layout/IconVerticalSolidList"/>
    <dgm:cxn modelId="{7F009A98-439E-4605-A739-A92B86A03BD2}" type="presParOf" srcId="{DE3E661E-AE7C-4B49-9B85-785180FA1E33}" destId="{2F536D8E-DF7F-4FA4-A33F-D8E98910B761}" srcOrd="1" destOrd="0" presId="urn:microsoft.com/office/officeart/2018/2/layout/IconVerticalSolidList"/>
    <dgm:cxn modelId="{65BD96EE-02FB-41B3-9D3E-42218B7C0C4E}" type="presParOf" srcId="{DE3E661E-AE7C-4B49-9B85-785180FA1E33}" destId="{EE4205B3-19F1-4713-A99A-C6CEBE27538E}" srcOrd="2" destOrd="0" presId="urn:microsoft.com/office/officeart/2018/2/layout/IconVerticalSolidList"/>
    <dgm:cxn modelId="{6E7FE89B-CEA4-4AC3-A809-AB39473A3913}" type="presParOf" srcId="{DE3E661E-AE7C-4B49-9B85-785180FA1E33}" destId="{6798E325-F3FB-4255-BDB5-05F0E96728CE}" srcOrd="3" destOrd="0" presId="urn:microsoft.com/office/officeart/2018/2/layout/IconVerticalSolidList"/>
    <dgm:cxn modelId="{E8B0E02A-1E47-48D2-AF22-AB6BD499E7F1}" type="presParOf" srcId="{DE3E661E-AE7C-4B49-9B85-785180FA1E33}" destId="{ACD4274D-641D-4E07-8552-B7B39A831A1F}" srcOrd="4" destOrd="0" presId="urn:microsoft.com/office/officeart/2018/2/layout/IconVerticalSolidList"/>
    <dgm:cxn modelId="{539DAE73-032A-4D63-A12F-4196A3E1F450}" type="presParOf" srcId="{0E936F20-90A8-4293-A927-A5797B14F595}" destId="{E31AF91F-732F-4D73-BA40-AD7904E9A9C0}" srcOrd="3" destOrd="0" presId="urn:microsoft.com/office/officeart/2018/2/layout/IconVerticalSolidList"/>
    <dgm:cxn modelId="{F468E646-A912-4841-A582-3A34B840B1CC}" type="presParOf" srcId="{0E936F20-90A8-4293-A927-A5797B14F595}" destId="{209472AF-F71C-4544-B528-D70AE68B576C}" srcOrd="4" destOrd="0" presId="urn:microsoft.com/office/officeart/2018/2/layout/IconVerticalSolidList"/>
    <dgm:cxn modelId="{2870AE94-C202-4D4B-B58E-B11D3E768FDA}" type="presParOf" srcId="{209472AF-F71C-4544-B528-D70AE68B576C}" destId="{3263A447-EB1C-46BD-8002-A05E70F01525}" srcOrd="0" destOrd="0" presId="urn:microsoft.com/office/officeart/2018/2/layout/IconVerticalSolidList"/>
    <dgm:cxn modelId="{0547E6C1-3E4A-47F9-8BE6-223D63C457B3}" type="presParOf" srcId="{209472AF-F71C-4544-B528-D70AE68B576C}" destId="{D3E86A6C-BA47-4089-9E91-6007CC4D6C95}" srcOrd="1" destOrd="0" presId="urn:microsoft.com/office/officeart/2018/2/layout/IconVerticalSolidList"/>
    <dgm:cxn modelId="{5109817D-30BD-477B-A378-D057AD372CD0}" type="presParOf" srcId="{209472AF-F71C-4544-B528-D70AE68B576C}" destId="{5888B3F4-1BA7-43A0-86E6-0AD402ED5EDA}" srcOrd="2" destOrd="0" presId="urn:microsoft.com/office/officeart/2018/2/layout/IconVerticalSolidList"/>
    <dgm:cxn modelId="{20750CC2-29B6-4614-8EB3-AD7D623A1620}" type="presParOf" srcId="{209472AF-F71C-4544-B528-D70AE68B576C}" destId="{F96BAE6D-FBB8-4725-8922-D5C1CB37489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7CA4B9C-6812-DC42-81C6-6DD7F1F8F323}" type="doc">
      <dgm:prSet loTypeId="urn:microsoft.com/office/officeart/2005/8/layout/hList1" loCatId="list" qsTypeId="urn:microsoft.com/office/officeart/2005/8/quickstyle/simple1" qsCatId="simple" csTypeId="urn:microsoft.com/office/officeart/2005/8/colors/colorful2" csCatId="colorful" phldr="1"/>
      <dgm:spPr/>
      <dgm:t xml:space="preserve">
        <a:bodyPr/>
        <a:lstStyle/>
        <a:p>
          <a:endParaRPr lang="en-US"/>
        </a:p>
      </dgm:t>
    </dgm:pt>
    <dgm:pt modelId="{F32E1AD0-5859-8D4A-81DF-6434DB1AE4E6}">
      <dgm:prSet/>
      <dgm:spPr/>
      <dgm:t xml:space="preserve">
        <a:bodyPr/>
        <a:lstStyle/>
        <a:p>
          <a:r>
            <a:rPr lang="en-US" dirty="0"/>
            <a:t>Understanding the subject matter helps you</a:t>
          </a:r>
        </a:p>
      </dgm:t>
    </dgm:pt>
    <dgm:pt modelId="{820C826D-2564-0843-BB3B-1ED62B7EC32F}" type="parTrans" cxnId="{FDA6AE06-AFC1-9840-B7D6-F29CCE75B85C}">
      <dgm:prSet/>
      <dgm:spPr/>
      <dgm:t xml:space="preserve">
        <a:bodyPr/>
        <a:lstStyle/>
        <a:p>
          <a:endParaRPr lang="en-US"/>
        </a:p>
      </dgm:t>
    </dgm:pt>
    <dgm:pt modelId="{5C4C1722-27BA-FB4A-AE22-6338545720DC}" type="sibTrans" cxnId="{FDA6AE06-AFC1-9840-B7D6-F29CCE75B85C}">
      <dgm:prSet/>
      <dgm:spPr/>
      <dgm:t xml:space="preserve">
        <a:bodyPr/>
        <a:lstStyle/>
        <a:p>
          <a:endParaRPr lang="en-US"/>
        </a:p>
      </dgm:t>
    </dgm:pt>
    <dgm:pt modelId="{332A224D-C4E7-424F-BEF9-1BF7ED734711}">
      <dgm:prSet/>
      <dgm:spPr/>
      <dgm:t xml:space="preserve">
        <a:bodyPr/>
        <a:lstStyle/>
        <a:p>
          <a:r>
            <a:rPr lang="en-US" dirty="0"/>
            <a:t>﻿﻿Form better hypotheses</a:t>
          </a:r>
        </a:p>
      </dgm:t>
    </dgm:pt>
    <dgm:pt modelId="{C8427B1C-79D0-C444-AAF3-5123C1E82792}" type="parTrans" cxnId="{9A0C6164-41F5-DA40-BCBA-3782B19E79EC}">
      <dgm:prSet/>
      <dgm:spPr/>
      <dgm:t xml:space="preserve">
        <a:bodyPr/>
        <a:lstStyle/>
        <a:p>
          <a:endParaRPr lang="en-US"/>
        </a:p>
      </dgm:t>
    </dgm:pt>
    <dgm:pt modelId="{16499126-FC12-4D4C-8C84-03FECCE4F714}" type="sibTrans" cxnId="{9A0C6164-41F5-DA40-BCBA-3782B19E79EC}">
      <dgm:prSet/>
      <dgm:spPr/>
      <dgm:t xml:space="preserve">
        <a:bodyPr/>
        <a:lstStyle/>
        <a:p>
          <a:endParaRPr lang="en-US"/>
        </a:p>
      </dgm:t>
    </dgm:pt>
    <dgm:pt modelId="{684C5FDF-A123-4441-9F23-2D22015F0358}">
      <dgm:prSet/>
      <dgm:spPr/>
      <dgm:t xml:space="preserve">
        <a:bodyPr/>
        <a:lstStyle/>
        <a:p>
          <a:r>
            <a:rPr lang="en-US"/>
            <a:t>Identify relevant variables</a:t>
          </a:r>
        </a:p>
      </dgm:t>
    </dgm:pt>
    <dgm:pt modelId="{8202EED4-786C-3C4D-B7E0-AC0A270C9096}" type="parTrans" cxnId="{EDD07888-7B34-2E4D-8A1F-4712C2AB6D68}">
      <dgm:prSet/>
      <dgm:spPr/>
      <dgm:t xml:space="preserve">
        <a:bodyPr/>
        <a:lstStyle/>
        <a:p>
          <a:endParaRPr lang="en-US"/>
        </a:p>
      </dgm:t>
    </dgm:pt>
    <dgm:pt modelId="{C3B3B979-3975-B94C-9D68-8E7ECF5044EC}" type="sibTrans" cxnId="{EDD07888-7B34-2E4D-8A1F-4712C2AB6D68}">
      <dgm:prSet/>
      <dgm:spPr/>
      <dgm:t xml:space="preserve">
        <a:bodyPr/>
        <a:lstStyle/>
        <a:p>
          <a:endParaRPr lang="en-US"/>
        </a:p>
      </dgm:t>
    </dgm:pt>
    <dgm:pt modelId="{0C256EB9-0435-454A-81B5-769A6A76D87F}">
      <dgm:prSet/>
      <dgm:spPr/>
      <dgm:t xml:space="preserve">
        <a:bodyPr/>
        <a:lstStyle/>
        <a:p>
          <a:r>
            <a:rPr lang="en-US"/>
            <a:t>Spot suspicious data points</a:t>
          </a:r>
        </a:p>
      </dgm:t>
    </dgm:pt>
    <dgm:pt modelId="{695216BB-203F-614A-BF85-B4B8569652BE}" type="parTrans" cxnId="{F95173E7-5324-E940-A6B0-680770560B1A}">
      <dgm:prSet/>
      <dgm:spPr/>
      <dgm:t xml:space="preserve">
        <a:bodyPr/>
        <a:lstStyle/>
        <a:p>
          <a:endParaRPr lang="en-US"/>
        </a:p>
      </dgm:t>
    </dgm:pt>
    <dgm:pt modelId="{569B4E65-CA65-0A47-B7E3-25DBE443ADD6}" type="sibTrans" cxnId="{F95173E7-5324-E940-A6B0-680770560B1A}">
      <dgm:prSet/>
      <dgm:spPr/>
      <dgm:t xml:space="preserve">
        <a:bodyPr/>
        <a:lstStyle/>
        <a:p>
          <a:endParaRPr lang="en-US"/>
        </a:p>
      </dgm:t>
    </dgm:pt>
    <dgm:pt modelId="{47BC4CF7-519E-0E4C-BBA8-4B368287FE55}">
      <dgm:prSet/>
      <dgm:spPr/>
      <dgm:t xml:space="preserve">
        <a:bodyPr/>
        <a:lstStyle/>
        <a:p>
          <a:r>
            <a:rPr lang="en-US"/>
            <a:t>Interpret results meaningfully</a:t>
          </a:r>
        </a:p>
      </dgm:t>
    </dgm:pt>
    <dgm:pt modelId="{15AA3449-6F6C-AB43-929F-ADF70D8F9F89}" type="parTrans" cxnId="{33E0194A-5AE2-0241-BED6-70A1B4E8F8C1}">
      <dgm:prSet/>
      <dgm:spPr/>
      <dgm:t xml:space="preserve">
        <a:bodyPr/>
        <a:lstStyle/>
        <a:p>
          <a:endParaRPr lang="en-US"/>
        </a:p>
      </dgm:t>
    </dgm:pt>
    <dgm:pt modelId="{F832B25C-8750-B04A-AF2A-535702A10689}" type="sibTrans" cxnId="{33E0194A-5AE2-0241-BED6-70A1B4E8F8C1}">
      <dgm:prSet/>
      <dgm:spPr/>
      <dgm:t xml:space="preserve">
        <a:bodyPr/>
        <a:lstStyle/>
        <a:p>
          <a:endParaRPr lang="en-US"/>
        </a:p>
      </dgm:t>
    </dgm:pt>
    <dgm:pt modelId="{2A27A9A1-BD02-4043-BF58-2DACF07D0417}" type="pres">
      <dgm:prSet presAssocID="{27CA4B9C-6812-DC42-81C6-6DD7F1F8F323}" presName="Name0" presStyleCnt="0">
        <dgm:presLayoutVars>
          <dgm:dir/>
          <dgm:animLvl val="lvl"/>
          <dgm:resizeHandles val="exact"/>
        </dgm:presLayoutVars>
      </dgm:prSet>
      <dgm:spPr/>
    </dgm:pt>
    <dgm:pt modelId="{640FFA0F-52CB-AB49-B4FB-8B309D865BF1}" type="pres">
      <dgm:prSet presAssocID="{F32E1AD0-5859-8D4A-81DF-6434DB1AE4E6}" presName="composite" presStyleCnt="0"/>
      <dgm:spPr/>
    </dgm:pt>
    <dgm:pt modelId="{D6EF72CF-5DFA-CF48-BD39-39A462D028B9}" type="pres">
      <dgm:prSet presAssocID="{F32E1AD0-5859-8D4A-81DF-6434DB1AE4E6}" presName="parTx" presStyleLbl="alignNode1" presStyleIdx="0" presStyleCnt="1">
        <dgm:presLayoutVars>
          <dgm:chMax val="0"/>
          <dgm:chPref val="0"/>
          <dgm:bulletEnabled val="1"/>
        </dgm:presLayoutVars>
      </dgm:prSet>
      <dgm:spPr/>
    </dgm:pt>
    <dgm:pt modelId="{6F8D9317-485F-5945-8D58-09C58993F404}" type="pres">
      <dgm:prSet presAssocID="{F32E1AD0-5859-8D4A-81DF-6434DB1AE4E6}" presName="desTx" presStyleLbl="alignAccFollowNode1" presStyleIdx="0" presStyleCnt="1">
        <dgm:presLayoutVars>
          <dgm:bulletEnabled val="1"/>
        </dgm:presLayoutVars>
      </dgm:prSet>
      <dgm:spPr/>
    </dgm:pt>
  </dgm:ptLst>
  <dgm:cxnLst>
    <dgm:cxn modelId="{FDA6AE06-AFC1-9840-B7D6-F29CCE75B85C}" srcId="{27CA4B9C-6812-DC42-81C6-6DD7F1F8F323}" destId="{F32E1AD0-5859-8D4A-81DF-6434DB1AE4E6}" srcOrd="0" destOrd="0" parTransId="{820C826D-2564-0843-BB3B-1ED62B7EC32F}" sibTransId="{5C4C1722-27BA-FB4A-AE22-6338545720DC}"/>
    <dgm:cxn modelId="{523B8933-90F9-1C4F-AE40-EE49220ACE14}" type="presOf" srcId="{47BC4CF7-519E-0E4C-BBA8-4B368287FE55}" destId="{6F8D9317-485F-5945-8D58-09C58993F404}" srcOrd="0" destOrd="3" presId="urn:microsoft.com/office/officeart/2005/8/layout/hList1"/>
    <dgm:cxn modelId="{9A0C6164-41F5-DA40-BCBA-3782B19E79EC}" srcId="{F32E1AD0-5859-8D4A-81DF-6434DB1AE4E6}" destId="{332A224D-C4E7-424F-BEF9-1BF7ED734711}" srcOrd="0" destOrd="0" parTransId="{C8427B1C-79D0-C444-AAF3-5123C1E82792}" sibTransId="{16499126-FC12-4D4C-8C84-03FECCE4F714}"/>
    <dgm:cxn modelId="{33E0194A-5AE2-0241-BED6-70A1B4E8F8C1}" srcId="{F32E1AD0-5859-8D4A-81DF-6434DB1AE4E6}" destId="{47BC4CF7-519E-0E4C-BBA8-4B368287FE55}" srcOrd="3" destOrd="0" parTransId="{15AA3449-6F6C-AB43-929F-ADF70D8F9F89}" sibTransId="{F832B25C-8750-B04A-AF2A-535702A10689}"/>
    <dgm:cxn modelId="{15305772-55DE-EA4E-B8A3-38B35143667F}" type="presOf" srcId="{0C256EB9-0435-454A-81B5-769A6A76D87F}" destId="{6F8D9317-485F-5945-8D58-09C58993F404}" srcOrd="0" destOrd="2" presId="urn:microsoft.com/office/officeart/2005/8/layout/hList1"/>
    <dgm:cxn modelId="{EDD07888-7B34-2E4D-8A1F-4712C2AB6D68}" srcId="{F32E1AD0-5859-8D4A-81DF-6434DB1AE4E6}" destId="{684C5FDF-A123-4441-9F23-2D22015F0358}" srcOrd="1" destOrd="0" parTransId="{8202EED4-786C-3C4D-B7E0-AC0A270C9096}" sibTransId="{C3B3B979-3975-B94C-9D68-8E7ECF5044EC}"/>
    <dgm:cxn modelId="{826A82AB-4AB2-C347-ABFF-B3BF7167CD0E}" type="presOf" srcId="{332A224D-C4E7-424F-BEF9-1BF7ED734711}" destId="{6F8D9317-485F-5945-8D58-09C58993F404}" srcOrd="0" destOrd="0" presId="urn:microsoft.com/office/officeart/2005/8/layout/hList1"/>
    <dgm:cxn modelId="{F95173E7-5324-E940-A6B0-680770560B1A}" srcId="{F32E1AD0-5859-8D4A-81DF-6434DB1AE4E6}" destId="{0C256EB9-0435-454A-81B5-769A6A76D87F}" srcOrd="2" destOrd="0" parTransId="{695216BB-203F-614A-BF85-B4B8569652BE}" sibTransId="{569B4E65-CA65-0A47-B7E3-25DBE443ADD6}"/>
    <dgm:cxn modelId="{1D024DFD-90CA-5A4A-A2E2-F43EDC286471}" type="presOf" srcId="{27CA4B9C-6812-DC42-81C6-6DD7F1F8F323}" destId="{2A27A9A1-BD02-4043-BF58-2DACF07D0417}" srcOrd="0" destOrd="0" presId="urn:microsoft.com/office/officeart/2005/8/layout/hList1"/>
    <dgm:cxn modelId="{D3E6B6FD-3DC6-A64E-B691-07AD0821635A}" type="presOf" srcId="{F32E1AD0-5859-8D4A-81DF-6434DB1AE4E6}" destId="{D6EF72CF-5DFA-CF48-BD39-39A462D028B9}" srcOrd="0" destOrd="0" presId="urn:microsoft.com/office/officeart/2005/8/layout/hList1"/>
    <dgm:cxn modelId="{B8A2F0FE-6086-8346-A146-08A4917C4307}" type="presOf" srcId="{684C5FDF-A123-4441-9F23-2D22015F0358}" destId="{6F8D9317-485F-5945-8D58-09C58993F404}" srcOrd="0" destOrd="1" presId="urn:microsoft.com/office/officeart/2005/8/layout/hList1"/>
    <dgm:cxn modelId="{82E4F3B8-2109-D143-84D0-7CCCF2732D1F}" type="presParOf" srcId="{2A27A9A1-BD02-4043-BF58-2DACF07D0417}" destId="{640FFA0F-52CB-AB49-B4FB-8B309D865BF1}" srcOrd="0" destOrd="0" presId="urn:microsoft.com/office/officeart/2005/8/layout/hList1"/>
    <dgm:cxn modelId="{4334AACC-551B-9F4D-892C-DE8D72A39D74}" type="presParOf" srcId="{640FFA0F-52CB-AB49-B4FB-8B309D865BF1}" destId="{D6EF72CF-5DFA-CF48-BD39-39A462D028B9}" srcOrd="0" destOrd="0" presId="urn:microsoft.com/office/officeart/2005/8/layout/hList1"/>
    <dgm:cxn modelId="{4551D64B-2625-8C4F-B40A-EEFBF322F85C}" type="presParOf" srcId="{640FFA0F-52CB-AB49-B4FB-8B309D865BF1}" destId="{6F8D9317-485F-5945-8D58-09C58993F40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773944-D938-494F-B440-B229331699BC}">
      <dsp:nvSpPr>
        <dsp:cNvPr id="0" name=""/>
        <dsp:cNvSpPr/>
      </dsp:nvSpPr>
      <dsp:spPr>
        <a:xfrm>
          <a:off x="393" y="418874"/>
          <a:ext cx="1098562" cy="1098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0A28DB-4FE9-44B9-B5CA-2ACED889CBE7}">
      <dsp:nvSpPr>
        <dsp:cNvPr id="0" name=""/>
        <dsp:cNvSpPr/>
      </dsp:nvSpPr>
      <dsp:spPr>
        <a:xfrm>
          <a:off x="393" y="1635049"/>
          <a:ext cx="3138750" cy="8974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22400">
            <a:lnSpc>
              <a:spcPct val="90000"/>
            </a:lnSpc>
            <a:spcBef>
              <a:spcPct val="0"/>
            </a:spcBef>
            <a:spcAft>
              <a:spcPct val="35000"/>
            </a:spcAft>
            <a:buNone/>
            <a:defRPr b="1"/>
          </a:pPr>
          <a:r>
            <a:rPr lang="en-US" sz="3200" kern="1200"/>
            <a:t>Ask Good Questions</a:t>
          </a:r>
        </a:p>
      </dsp:txBody>
      <dsp:txXfrm>
        <a:off x="393" y="1635049"/>
        <a:ext cx="3138750" cy="897486"/>
      </dsp:txXfrm>
    </dsp:sp>
    <dsp:sp modelId="{6789D8A5-2DCF-427E-9632-15D4E14A0BAE}">
      <dsp:nvSpPr>
        <dsp:cNvPr id="0" name=""/>
        <dsp:cNvSpPr/>
      </dsp:nvSpPr>
      <dsp:spPr>
        <a:xfrm>
          <a:off x="393" y="2587238"/>
          <a:ext cx="3138750" cy="566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pPr>
          <a:r>
            <a:rPr lang="en-US" sz="2000" kern="1200"/>
            <a:t>Start with clear questions to guide your investigation.</a:t>
          </a:r>
        </a:p>
      </dsp:txBody>
      <dsp:txXfrm>
        <a:off x="393" y="2587238"/>
        <a:ext cx="3138750" cy="566797"/>
      </dsp:txXfrm>
    </dsp:sp>
    <dsp:sp modelId="{406663B8-0E8D-4D44-8D5B-E821B58AA08A}">
      <dsp:nvSpPr>
        <dsp:cNvPr id="0" name=""/>
        <dsp:cNvSpPr/>
      </dsp:nvSpPr>
      <dsp:spPr>
        <a:xfrm>
          <a:off x="3688425" y="418874"/>
          <a:ext cx="1098562" cy="1098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0E05F3C-BCE6-41E3-80FE-E6D5096FD2C4}">
      <dsp:nvSpPr>
        <dsp:cNvPr id="0" name=""/>
        <dsp:cNvSpPr/>
      </dsp:nvSpPr>
      <dsp:spPr>
        <a:xfrm>
          <a:off x="3688425" y="1635049"/>
          <a:ext cx="3138750" cy="8974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22400">
            <a:lnSpc>
              <a:spcPct val="90000"/>
            </a:lnSpc>
            <a:spcBef>
              <a:spcPct val="0"/>
            </a:spcBef>
            <a:spcAft>
              <a:spcPct val="35000"/>
            </a:spcAft>
            <a:buNone/>
            <a:defRPr b="1"/>
          </a:pPr>
          <a:r>
            <a:rPr lang="en-US" sz="3200" kern="1200"/>
            <a:t>Form Hypotheses</a:t>
          </a:r>
        </a:p>
      </dsp:txBody>
      <dsp:txXfrm>
        <a:off x="3688425" y="1635049"/>
        <a:ext cx="3138750" cy="897486"/>
      </dsp:txXfrm>
    </dsp:sp>
    <dsp:sp modelId="{6E8EEB09-BC2F-4781-925A-5E3690A5F81A}">
      <dsp:nvSpPr>
        <dsp:cNvPr id="0" name=""/>
        <dsp:cNvSpPr/>
      </dsp:nvSpPr>
      <dsp:spPr>
        <a:xfrm>
          <a:off x="3688425" y="2587238"/>
          <a:ext cx="3138750" cy="566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pPr>
          <a:r>
            <a:rPr lang="en-US" sz="2000" kern="1200" dirty="0"/>
            <a:t>Develop theories but remain open to evidence.</a:t>
          </a:r>
        </a:p>
      </dsp:txBody>
      <dsp:txXfrm>
        <a:off x="3688425" y="2587238"/>
        <a:ext cx="3138750" cy="566797"/>
      </dsp:txXfrm>
    </dsp:sp>
    <dsp:sp modelId="{DD0C2313-AA65-49A9-BC9D-B03DD048F758}">
      <dsp:nvSpPr>
        <dsp:cNvPr id="0" name=""/>
        <dsp:cNvSpPr/>
      </dsp:nvSpPr>
      <dsp:spPr>
        <a:xfrm>
          <a:off x="7376456" y="418874"/>
          <a:ext cx="1098562" cy="1098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6D7EBD-181E-4898-BD3D-03B49F161C3A}">
      <dsp:nvSpPr>
        <dsp:cNvPr id="0" name=""/>
        <dsp:cNvSpPr/>
      </dsp:nvSpPr>
      <dsp:spPr>
        <a:xfrm>
          <a:off x="7376456" y="1635049"/>
          <a:ext cx="3138750" cy="8974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422400">
            <a:lnSpc>
              <a:spcPct val="90000"/>
            </a:lnSpc>
            <a:spcBef>
              <a:spcPct val="0"/>
            </a:spcBef>
            <a:spcAft>
              <a:spcPct val="35000"/>
            </a:spcAft>
            <a:buNone/>
            <a:defRPr b="1"/>
          </a:pPr>
          <a:r>
            <a:rPr lang="en-US" sz="3200" kern="1200"/>
            <a:t>Follow the Evidence</a:t>
          </a:r>
        </a:p>
      </dsp:txBody>
      <dsp:txXfrm>
        <a:off x="7376456" y="1635049"/>
        <a:ext cx="3138750" cy="897486"/>
      </dsp:txXfrm>
    </dsp:sp>
    <dsp:sp modelId="{C484F96D-4834-4EB1-AAA0-33FBA685B721}">
      <dsp:nvSpPr>
        <dsp:cNvPr id="0" name=""/>
        <dsp:cNvSpPr/>
      </dsp:nvSpPr>
      <dsp:spPr>
        <a:xfrm>
          <a:off x="7376456" y="2587238"/>
          <a:ext cx="3138750" cy="5667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pPr>
          <a:r>
            <a:rPr lang="en-US" sz="2000" kern="1200"/>
            <a:t>Let the data lead you to conclusions.</a:t>
          </a:r>
        </a:p>
      </dsp:txBody>
      <dsp:txXfrm>
        <a:off x="7376456" y="2587238"/>
        <a:ext cx="3138750" cy="5667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4D17DF-F20F-4B11-844E-E7347766DFF5}">
      <dsp:nvSpPr>
        <dsp:cNvPr id="0" name=""/>
        <dsp:cNvSpPr/>
      </dsp:nvSpPr>
      <dsp:spPr>
        <a:xfrm>
          <a:off x="1020487" y="166853"/>
          <a:ext cx="1098562" cy="1098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CD9B8A-A2D7-4A37-8735-EC4F009E6CB8}">
      <dsp:nvSpPr>
        <dsp:cNvPr id="0" name=""/>
        <dsp:cNvSpPr/>
      </dsp:nvSpPr>
      <dsp:spPr>
        <a:xfrm>
          <a:off x="393" y="1404701"/>
          <a:ext cx="3138750" cy="6767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defRPr b="1"/>
          </a:pPr>
          <a:r>
            <a:rPr lang="en-US" sz="2400" kern="1200"/>
            <a:t>What data is available?</a:t>
          </a:r>
        </a:p>
      </dsp:txBody>
      <dsp:txXfrm>
        <a:off x="393" y="1404701"/>
        <a:ext cx="3138750" cy="676792"/>
      </dsp:txXfrm>
    </dsp:sp>
    <dsp:sp modelId="{08AF780F-FC79-403D-A2B3-A080FD952565}">
      <dsp:nvSpPr>
        <dsp:cNvPr id="0" name=""/>
        <dsp:cNvSpPr/>
      </dsp:nvSpPr>
      <dsp:spPr>
        <a:xfrm>
          <a:off x="393" y="2146278"/>
          <a:ext cx="3138750" cy="1259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kern="1200"/>
            <a:t>Monthly bee counts, local temperature and rainfall, and records of nearby events like pesticide use.</a:t>
          </a:r>
        </a:p>
      </dsp:txBody>
      <dsp:txXfrm>
        <a:off x="393" y="2146278"/>
        <a:ext cx="3138750" cy="1259779"/>
      </dsp:txXfrm>
    </dsp:sp>
    <dsp:sp modelId="{90A90C00-0BD6-4694-A436-C806CFBBA6E7}">
      <dsp:nvSpPr>
        <dsp:cNvPr id="0" name=""/>
        <dsp:cNvSpPr/>
      </dsp:nvSpPr>
      <dsp:spPr>
        <a:xfrm>
          <a:off x="4708518" y="166853"/>
          <a:ext cx="1098562" cy="1098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017212-224F-4F09-B5C5-922C46458187}">
      <dsp:nvSpPr>
        <dsp:cNvPr id="0" name=""/>
        <dsp:cNvSpPr/>
      </dsp:nvSpPr>
      <dsp:spPr>
        <a:xfrm>
          <a:off x="3688425" y="1404701"/>
          <a:ext cx="3138750" cy="6767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defRPr b="1"/>
          </a:pPr>
          <a:r>
            <a:rPr lang="en-US" sz="2400" kern="1200"/>
            <a:t>What is the hypothesis?</a:t>
          </a:r>
        </a:p>
      </dsp:txBody>
      <dsp:txXfrm>
        <a:off x="3688425" y="1404701"/>
        <a:ext cx="3138750" cy="676792"/>
      </dsp:txXfrm>
    </dsp:sp>
    <dsp:sp modelId="{4916156B-5BA7-402B-9185-E0DCDFD29561}">
      <dsp:nvSpPr>
        <dsp:cNvPr id="0" name=""/>
        <dsp:cNvSpPr/>
      </dsp:nvSpPr>
      <dsp:spPr>
        <a:xfrm>
          <a:off x="3688425" y="2146278"/>
          <a:ext cx="3138750" cy="1259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kern="1200"/>
            <a:t>Bee decline may be linked to extreme heat, drought, or pesticide spraying.</a:t>
          </a:r>
        </a:p>
      </dsp:txBody>
      <dsp:txXfrm>
        <a:off x="3688425" y="2146278"/>
        <a:ext cx="3138750" cy="1259779"/>
      </dsp:txXfrm>
    </dsp:sp>
    <dsp:sp modelId="{7986722F-7513-432E-B152-60B9295B6979}">
      <dsp:nvSpPr>
        <dsp:cNvPr id="0" name=""/>
        <dsp:cNvSpPr/>
      </dsp:nvSpPr>
      <dsp:spPr>
        <a:xfrm>
          <a:off x="8396550" y="166853"/>
          <a:ext cx="1098562" cy="1098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6BD135A-4842-4514-9E72-5C025BEB7798}">
      <dsp:nvSpPr>
        <dsp:cNvPr id="0" name=""/>
        <dsp:cNvSpPr/>
      </dsp:nvSpPr>
      <dsp:spPr>
        <a:xfrm>
          <a:off x="7376456" y="1404701"/>
          <a:ext cx="3138750" cy="6767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90000"/>
            </a:lnSpc>
            <a:spcBef>
              <a:spcPct val="0"/>
            </a:spcBef>
            <a:spcAft>
              <a:spcPct val="35000"/>
            </a:spcAft>
            <a:buNone/>
            <a:defRPr b="1"/>
          </a:pPr>
          <a:r>
            <a:rPr lang="en-US" sz="2400" kern="1200"/>
            <a:t>What does a solution look like?</a:t>
          </a:r>
        </a:p>
      </dsp:txBody>
      <dsp:txXfrm>
        <a:off x="7376456" y="1404701"/>
        <a:ext cx="3138750" cy="676792"/>
      </dsp:txXfrm>
    </dsp:sp>
    <dsp:sp modelId="{0EF9C44B-9EB9-4CB4-9912-473B0D10FFEB}">
      <dsp:nvSpPr>
        <dsp:cNvPr id="0" name=""/>
        <dsp:cNvSpPr/>
      </dsp:nvSpPr>
      <dsp:spPr>
        <a:xfrm>
          <a:off x="7376456" y="2146278"/>
          <a:ext cx="3138750" cy="1259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kern="1200"/>
            <a:t>Finding patterns—such as drops in bee counts after heatwaves, low rainfall, or pesticide use—could reveal a cause.</a:t>
          </a:r>
        </a:p>
      </dsp:txBody>
      <dsp:txXfrm>
        <a:off x="7376456" y="2146278"/>
        <a:ext cx="3138750" cy="125977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F46E8C-6DE1-4B1B-8DB7-9B4AB95BAB8D}">
      <dsp:nvSpPr>
        <dsp:cNvPr id="0" name=""/>
        <dsp:cNvSpPr/>
      </dsp:nvSpPr>
      <dsp:spPr>
        <a:xfrm>
          <a:off x="0" y="3807"/>
          <a:ext cx="9420225" cy="81100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AED8D1-1794-48EB-A129-95244E13AB16}">
      <dsp:nvSpPr>
        <dsp:cNvPr id="0" name=""/>
        <dsp:cNvSpPr/>
      </dsp:nvSpPr>
      <dsp:spPr>
        <a:xfrm>
          <a:off x="245328" y="186282"/>
          <a:ext cx="446050" cy="4460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D97F32-1AF7-42CC-A2AF-72F138E7D4D1}">
      <dsp:nvSpPr>
        <dsp:cNvPr id="0" name=""/>
        <dsp:cNvSpPr/>
      </dsp:nvSpPr>
      <dsp:spPr>
        <a:xfrm>
          <a:off x="936706" y="3807"/>
          <a:ext cx="4239101" cy="81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31" tIns="85831" rIns="85831" bIns="85831" numCol="1" spcCol="1270" anchor="ctr" anchorCtr="0">
          <a:noAutofit/>
        </a:bodyPr>
        <a:lstStyle/>
        <a:p>
          <a:pPr marL="0" lvl="0" indent="0" algn="l" defTabSz="844550">
            <a:lnSpc>
              <a:spcPct val="90000"/>
            </a:lnSpc>
            <a:spcBef>
              <a:spcPct val="0"/>
            </a:spcBef>
            <a:spcAft>
              <a:spcPct val="35000"/>
            </a:spcAft>
            <a:buNone/>
          </a:pPr>
          <a:r>
            <a:rPr lang="en-US" sz="1900" kern="1200"/>
            <a:t>Gather and Inspect Data</a:t>
          </a:r>
        </a:p>
      </dsp:txBody>
      <dsp:txXfrm>
        <a:off x="936706" y="3807"/>
        <a:ext cx="4239101" cy="811001"/>
      </dsp:txXfrm>
    </dsp:sp>
    <dsp:sp modelId="{BF6DF765-E4E5-4CD4-8B27-E81CA346661A}">
      <dsp:nvSpPr>
        <dsp:cNvPr id="0" name=""/>
        <dsp:cNvSpPr/>
      </dsp:nvSpPr>
      <dsp:spPr>
        <a:xfrm>
          <a:off x="5175808" y="3807"/>
          <a:ext cx="4244416" cy="81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31" tIns="85831" rIns="85831" bIns="85831" numCol="1" spcCol="1270" anchor="ctr" anchorCtr="0">
          <a:noAutofit/>
        </a:bodyPr>
        <a:lstStyle/>
        <a:p>
          <a:pPr marL="0" lvl="0" indent="0" algn="l" defTabSz="800100">
            <a:lnSpc>
              <a:spcPct val="90000"/>
            </a:lnSpc>
            <a:spcBef>
              <a:spcPct val="0"/>
            </a:spcBef>
            <a:spcAft>
              <a:spcPct val="35000"/>
            </a:spcAft>
            <a:buNone/>
          </a:pPr>
          <a:r>
            <a:rPr lang="en-US" sz="1800" kern="1200"/>
            <a:t>Load datasets and perform initial inspection.</a:t>
          </a:r>
        </a:p>
      </dsp:txBody>
      <dsp:txXfrm>
        <a:off x="5175808" y="3807"/>
        <a:ext cx="4244416" cy="811001"/>
      </dsp:txXfrm>
    </dsp:sp>
    <dsp:sp modelId="{BC5F0BA6-6F72-47B7-B902-D2C563288CCE}">
      <dsp:nvSpPr>
        <dsp:cNvPr id="0" name=""/>
        <dsp:cNvSpPr/>
      </dsp:nvSpPr>
      <dsp:spPr>
        <a:xfrm>
          <a:off x="0" y="1017559"/>
          <a:ext cx="9420225" cy="81100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C1014C-787E-4952-9ACA-40E8402ADFB2}">
      <dsp:nvSpPr>
        <dsp:cNvPr id="0" name=""/>
        <dsp:cNvSpPr/>
      </dsp:nvSpPr>
      <dsp:spPr>
        <a:xfrm>
          <a:off x="245328" y="1200034"/>
          <a:ext cx="446050" cy="4460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1E4618-01F6-4074-A03A-22879A7B68F4}">
      <dsp:nvSpPr>
        <dsp:cNvPr id="0" name=""/>
        <dsp:cNvSpPr/>
      </dsp:nvSpPr>
      <dsp:spPr>
        <a:xfrm>
          <a:off x="936706" y="1017559"/>
          <a:ext cx="4239101" cy="81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31" tIns="85831" rIns="85831" bIns="85831" numCol="1" spcCol="1270" anchor="ctr" anchorCtr="0">
          <a:noAutofit/>
        </a:bodyPr>
        <a:lstStyle/>
        <a:p>
          <a:pPr marL="0" lvl="0" indent="0" algn="l" defTabSz="844550">
            <a:lnSpc>
              <a:spcPct val="90000"/>
            </a:lnSpc>
            <a:spcBef>
              <a:spcPct val="0"/>
            </a:spcBef>
            <a:spcAft>
              <a:spcPct val="35000"/>
            </a:spcAft>
            <a:buNone/>
          </a:pPr>
          <a:r>
            <a:rPr lang="en-US" sz="1900" kern="1200" dirty="0"/>
            <a:t>Combine Datasets</a:t>
          </a:r>
        </a:p>
      </dsp:txBody>
      <dsp:txXfrm>
        <a:off x="936706" y="1017559"/>
        <a:ext cx="4239101" cy="811001"/>
      </dsp:txXfrm>
    </dsp:sp>
    <dsp:sp modelId="{64740548-E44F-4938-A060-FFA947265F24}">
      <dsp:nvSpPr>
        <dsp:cNvPr id="0" name=""/>
        <dsp:cNvSpPr/>
      </dsp:nvSpPr>
      <dsp:spPr>
        <a:xfrm>
          <a:off x="5175808" y="1017559"/>
          <a:ext cx="4244416" cy="81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31" tIns="85831" rIns="85831" bIns="85831" numCol="1" spcCol="1270" anchor="ctr" anchorCtr="0">
          <a:noAutofit/>
        </a:bodyPr>
        <a:lstStyle/>
        <a:p>
          <a:pPr marL="0" lvl="0" indent="0" algn="l" defTabSz="800100">
            <a:lnSpc>
              <a:spcPct val="90000"/>
            </a:lnSpc>
            <a:spcBef>
              <a:spcPct val="0"/>
            </a:spcBef>
            <a:spcAft>
              <a:spcPct val="35000"/>
            </a:spcAft>
            <a:buNone/>
          </a:pPr>
          <a:r>
            <a:rPr lang="en-US" sz="1800" kern="1200"/>
            <a:t>Merge bee counts with weather data by date.</a:t>
          </a:r>
        </a:p>
      </dsp:txBody>
      <dsp:txXfrm>
        <a:off x="5175808" y="1017559"/>
        <a:ext cx="4244416" cy="811001"/>
      </dsp:txXfrm>
    </dsp:sp>
    <dsp:sp modelId="{604FF8F0-B72A-41BF-BEFF-5E198E943C37}">
      <dsp:nvSpPr>
        <dsp:cNvPr id="0" name=""/>
        <dsp:cNvSpPr/>
      </dsp:nvSpPr>
      <dsp:spPr>
        <a:xfrm>
          <a:off x="0" y="2031311"/>
          <a:ext cx="9420225" cy="81100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6138FE-8AA4-4E2D-B6A0-499018478623}">
      <dsp:nvSpPr>
        <dsp:cNvPr id="0" name=""/>
        <dsp:cNvSpPr/>
      </dsp:nvSpPr>
      <dsp:spPr>
        <a:xfrm>
          <a:off x="245328" y="2213787"/>
          <a:ext cx="446050" cy="4460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BB3609F-921E-4544-8413-6CF103171475}">
      <dsp:nvSpPr>
        <dsp:cNvPr id="0" name=""/>
        <dsp:cNvSpPr/>
      </dsp:nvSpPr>
      <dsp:spPr>
        <a:xfrm>
          <a:off x="936706" y="2031311"/>
          <a:ext cx="4239101" cy="81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31" tIns="85831" rIns="85831" bIns="85831" numCol="1" spcCol="1270" anchor="ctr" anchorCtr="0">
          <a:noAutofit/>
        </a:bodyPr>
        <a:lstStyle/>
        <a:p>
          <a:pPr marL="0" lvl="0" indent="0" algn="l" defTabSz="844550">
            <a:lnSpc>
              <a:spcPct val="90000"/>
            </a:lnSpc>
            <a:spcBef>
              <a:spcPct val="0"/>
            </a:spcBef>
            <a:spcAft>
              <a:spcPct val="35000"/>
            </a:spcAft>
            <a:buNone/>
          </a:pPr>
          <a:r>
            <a:rPr lang="en-US" sz="1900" kern="1200"/>
            <a:t>Interpret Findings</a:t>
          </a:r>
        </a:p>
      </dsp:txBody>
      <dsp:txXfrm>
        <a:off x="936706" y="2031311"/>
        <a:ext cx="4239101" cy="811001"/>
      </dsp:txXfrm>
    </dsp:sp>
    <dsp:sp modelId="{4D9F1F4F-E784-4B1A-BEAB-237E7C50C0BE}">
      <dsp:nvSpPr>
        <dsp:cNvPr id="0" name=""/>
        <dsp:cNvSpPr/>
      </dsp:nvSpPr>
      <dsp:spPr>
        <a:xfrm>
          <a:off x="5175808" y="2031311"/>
          <a:ext cx="4244416" cy="81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31" tIns="85831" rIns="85831" bIns="85831" numCol="1" spcCol="1270" anchor="ctr" anchorCtr="0">
          <a:noAutofit/>
        </a:bodyPr>
        <a:lstStyle/>
        <a:p>
          <a:pPr marL="0" lvl="0" indent="0" algn="l" defTabSz="800100">
            <a:lnSpc>
              <a:spcPct val="90000"/>
            </a:lnSpc>
            <a:spcBef>
              <a:spcPct val="0"/>
            </a:spcBef>
            <a:spcAft>
              <a:spcPct val="35000"/>
            </a:spcAft>
            <a:buNone/>
          </a:pPr>
          <a:r>
            <a:rPr lang="en-US" sz="1800" kern="1200"/>
            <a:t>Draw conclusions based on evidence.</a:t>
          </a:r>
        </a:p>
      </dsp:txBody>
      <dsp:txXfrm>
        <a:off x="5175808" y="2031311"/>
        <a:ext cx="4244416" cy="811001"/>
      </dsp:txXfrm>
    </dsp:sp>
    <dsp:sp modelId="{77BCF8C3-6A2B-4361-8D8D-AEC4402A2AFE}">
      <dsp:nvSpPr>
        <dsp:cNvPr id="0" name=""/>
        <dsp:cNvSpPr/>
      </dsp:nvSpPr>
      <dsp:spPr>
        <a:xfrm>
          <a:off x="0" y="3045063"/>
          <a:ext cx="9420225" cy="81100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5F9D84-CF4E-4432-835C-6C247D0B0F4C}">
      <dsp:nvSpPr>
        <dsp:cNvPr id="0" name=""/>
        <dsp:cNvSpPr/>
      </dsp:nvSpPr>
      <dsp:spPr>
        <a:xfrm>
          <a:off x="245328" y="3227539"/>
          <a:ext cx="446050" cy="4460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1C4FDED-F3C6-4611-B45A-9E302004FC95}">
      <dsp:nvSpPr>
        <dsp:cNvPr id="0" name=""/>
        <dsp:cNvSpPr/>
      </dsp:nvSpPr>
      <dsp:spPr>
        <a:xfrm>
          <a:off x="936706" y="3045063"/>
          <a:ext cx="4239101" cy="81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31" tIns="85831" rIns="85831" bIns="85831" numCol="1" spcCol="1270" anchor="ctr" anchorCtr="0">
          <a:noAutofit/>
        </a:bodyPr>
        <a:lstStyle/>
        <a:p>
          <a:pPr marL="0" lvl="0" indent="0" algn="l" defTabSz="844550">
            <a:lnSpc>
              <a:spcPct val="90000"/>
            </a:lnSpc>
            <a:spcBef>
              <a:spcPct val="0"/>
            </a:spcBef>
            <a:spcAft>
              <a:spcPct val="35000"/>
            </a:spcAft>
            <a:buNone/>
          </a:pPr>
          <a:r>
            <a:rPr lang="en-US" sz="1900" kern="1200"/>
            <a:t>Clean the Data</a:t>
          </a:r>
        </a:p>
      </dsp:txBody>
      <dsp:txXfrm>
        <a:off x="936706" y="3045063"/>
        <a:ext cx="4239101" cy="811001"/>
      </dsp:txXfrm>
    </dsp:sp>
    <dsp:sp modelId="{78078126-56EC-40DD-9BF1-EDB946CC4FD8}">
      <dsp:nvSpPr>
        <dsp:cNvPr id="0" name=""/>
        <dsp:cNvSpPr/>
      </dsp:nvSpPr>
      <dsp:spPr>
        <a:xfrm>
          <a:off x="5175808" y="3045063"/>
          <a:ext cx="4244416" cy="81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31" tIns="85831" rIns="85831" bIns="85831" numCol="1" spcCol="1270" anchor="ctr" anchorCtr="0">
          <a:noAutofit/>
        </a:bodyPr>
        <a:lstStyle/>
        <a:p>
          <a:pPr marL="0" lvl="0" indent="0" algn="l" defTabSz="800100">
            <a:lnSpc>
              <a:spcPct val="90000"/>
            </a:lnSpc>
            <a:spcBef>
              <a:spcPct val="0"/>
            </a:spcBef>
            <a:spcAft>
              <a:spcPct val="35000"/>
            </a:spcAft>
            <a:buNone/>
          </a:pPr>
          <a:r>
            <a:rPr lang="en-US" sz="1800" kern="1200"/>
            <a:t>Check for missing values, outliers, and standardize formats.</a:t>
          </a:r>
        </a:p>
      </dsp:txBody>
      <dsp:txXfrm>
        <a:off x="5175808" y="3045063"/>
        <a:ext cx="4244416" cy="811001"/>
      </dsp:txXfrm>
    </dsp:sp>
    <dsp:sp modelId="{0E4399CA-722A-49A9-9BC6-F34FF35A8911}">
      <dsp:nvSpPr>
        <dsp:cNvPr id="0" name=""/>
        <dsp:cNvSpPr/>
      </dsp:nvSpPr>
      <dsp:spPr>
        <a:xfrm>
          <a:off x="0" y="4058815"/>
          <a:ext cx="9420225" cy="81100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56FD6D-E592-4B09-874E-878EB8BDA9EE}">
      <dsp:nvSpPr>
        <dsp:cNvPr id="0" name=""/>
        <dsp:cNvSpPr/>
      </dsp:nvSpPr>
      <dsp:spPr>
        <a:xfrm>
          <a:off x="245328" y="4241291"/>
          <a:ext cx="446050" cy="4460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71997B4-BC12-438A-AA1C-7F1B151346E4}">
      <dsp:nvSpPr>
        <dsp:cNvPr id="0" name=""/>
        <dsp:cNvSpPr/>
      </dsp:nvSpPr>
      <dsp:spPr>
        <a:xfrm>
          <a:off x="936706" y="4058815"/>
          <a:ext cx="4239101" cy="81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31" tIns="85831" rIns="85831" bIns="85831" numCol="1" spcCol="1270" anchor="ctr" anchorCtr="0">
          <a:noAutofit/>
        </a:bodyPr>
        <a:lstStyle/>
        <a:p>
          <a:pPr marL="0" lvl="0" indent="0" algn="l" defTabSz="844550">
            <a:lnSpc>
              <a:spcPct val="90000"/>
            </a:lnSpc>
            <a:spcBef>
              <a:spcPct val="0"/>
            </a:spcBef>
            <a:spcAft>
              <a:spcPct val="35000"/>
            </a:spcAft>
            <a:buNone/>
          </a:pPr>
          <a:r>
            <a:rPr lang="en-US" sz="1900" kern="1200"/>
            <a:t>Exploratory Analysis</a:t>
          </a:r>
        </a:p>
      </dsp:txBody>
      <dsp:txXfrm>
        <a:off x="936706" y="4058815"/>
        <a:ext cx="4239101" cy="811001"/>
      </dsp:txXfrm>
    </dsp:sp>
    <dsp:sp modelId="{7A1611B4-4CAA-40FA-B905-080225276AD8}">
      <dsp:nvSpPr>
        <dsp:cNvPr id="0" name=""/>
        <dsp:cNvSpPr/>
      </dsp:nvSpPr>
      <dsp:spPr>
        <a:xfrm>
          <a:off x="5175808" y="4058815"/>
          <a:ext cx="4244416" cy="8110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831" tIns="85831" rIns="85831" bIns="85831" numCol="1" spcCol="1270" anchor="ctr" anchorCtr="0">
          <a:noAutofit/>
        </a:bodyPr>
        <a:lstStyle/>
        <a:p>
          <a:pPr marL="0" lvl="0" indent="0" algn="l" defTabSz="800100">
            <a:lnSpc>
              <a:spcPct val="90000"/>
            </a:lnSpc>
            <a:spcBef>
              <a:spcPct val="0"/>
            </a:spcBef>
            <a:spcAft>
              <a:spcPct val="35000"/>
            </a:spcAft>
            <a:buNone/>
          </a:pPr>
          <a:r>
            <a:rPr lang="en-US" sz="1800" kern="1200"/>
            <a:t>Look for patterns and relationships in the data.</a:t>
          </a:r>
        </a:p>
      </dsp:txBody>
      <dsp:txXfrm>
        <a:off x="5175808" y="4058815"/>
        <a:ext cx="4244416" cy="81100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18205A-2875-49D0-88A2-F698D6D49387}">
      <dsp:nvSpPr>
        <dsp:cNvPr id="0" name=""/>
        <dsp:cNvSpPr/>
      </dsp:nvSpPr>
      <dsp:spPr>
        <a:xfrm>
          <a:off x="0" y="2257"/>
          <a:ext cx="10206038" cy="126516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9502E4-DFC1-4FFB-8883-0A52BBC6415C}">
      <dsp:nvSpPr>
        <dsp:cNvPr id="0" name=""/>
        <dsp:cNvSpPr/>
      </dsp:nvSpPr>
      <dsp:spPr>
        <a:xfrm>
          <a:off x="382711" y="286918"/>
          <a:ext cx="696518" cy="6958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0D3EF06-C8CC-4058-9A88-995A350FCFBB}">
      <dsp:nvSpPr>
        <dsp:cNvPr id="0" name=""/>
        <dsp:cNvSpPr/>
      </dsp:nvSpPr>
      <dsp:spPr>
        <a:xfrm>
          <a:off x="1461940" y="2257"/>
          <a:ext cx="4592717" cy="12663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027" tIns="134027" rIns="134027" bIns="134027" numCol="1" spcCol="1270" anchor="ctr" anchorCtr="0">
          <a:noAutofit/>
        </a:bodyPr>
        <a:lstStyle/>
        <a:p>
          <a:pPr marL="0" lvl="0" indent="0" algn="l" defTabSz="1244600">
            <a:lnSpc>
              <a:spcPct val="90000"/>
            </a:lnSpc>
            <a:spcBef>
              <a:spcPct val="0"/>
            </a:spcBef>
            <a:spcAft>
              <a:spcPct val="35000"/>
            </a:spcAft>
            <a:buNone/>
          </a:pPr>
          <a:r>
            <a:rPr lang="en-US" sz="2800" kern="1200"/>
            <a:t>Use: bee_counts.csv. Monthly bee counts for past years.</a:t>
          </a:r>
        </a:p>
      </dsp:txBody>
      <dsp:txXfrm>
        <a:off x="1461940" y="2257"/>
        <a:ext cx="4592717" cy="1266397"/>
      </dsp:txXfrm>
    </dsp:sp>
    <dsp:sp modelId="{AE796F54-E76E-41E6-9CD0-BF22F3D82D53}">
      <dsp:nvSpPr>
        <dsp:cNvPr id="0" name=""/>
        <dsp:cNvSpPr/>
      </dsp:nvSpPr>
      <dsp:spPr>
        <a:xfrm>
          <a:off x="6054657" y="2257"/>
          <a:ext cx="4016247" cy="1265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896" tIns="133896" rIns="133896" bIns="133896" numCol="1" spcCol="1270" anchor="ctr" anchorCtr="0">
          <a:noAutofit/>
        </a:bodyPr>
        <a:lstStyle/>
        <a:p>
          <a:pPr marL="0" lvl="0" indent="0" algn="l" defTabSz="889000">
            <a:lnSpc>
              <a:spcPct val="90000"/>
            </a:lnSpc>
            <a:spcBef>
              <a:spcPct val="0"/>
            </a:spcBef>
            <a:spcAft>
              <a:spcPct val="35000"/>
            </a:spcAft>
            <a:buNone/>
          </a:pPr>
          <a:r>
            <a:rPr lang="en-US" sz="2000" kern="1200"/>
            <a:t>Variables: Year, Month, ﻿Bee Count</a:t>
          </a:r>
        </a:p>
      </dsp:txBody>
      <dsp:txXfrm>
        <a:off x="6054657" y="2257"/>
        <a:ext cx="4016247" cy="1265160"/>
      </dsp:txXfrm>
    </dsp:sp>
    <dsp:sp modelId="{00A1F790-D272-44ED-A2C2-58AA20FE810F}">
      <dsp:nvSpPr>
        <dsp:cNvPr id="0" name=""/>
        <dsp:cNvSpPr/>
      </dsp:nvSpPr>
      <dsp:spPr>
        <a:xfrm>
          <a:off x="0" y="1542470"/>
          <a:ext cx="10206038" cy="126516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D5F793-71CC-4AEC-A269-06AD316EF8A3}">
      <dsp:nvSpPr>
        <dsp:cNvPr id="0" name=""/>
        <dsp:cNvSpPr/>
      </dsp:nvSpPr>
      <dsp:spPr>
        <a:xfrm>
          <a:off x="382711" y="1827131"/>
          <a:ext cx="696518" cy="6958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872248-606F-4891-B57C-843CDEAAD37C}">
      <dsp:nvSpPr>
        <dsp:cNvPr id="0" name=""/>
        <dsp:cNvSpPr/>
      </dsp:nvSpPr>
      <dsp:spPr>
        <a:xfrm>
          <a:off x="1461940" y="1542470"/>
          <a:ext cx="4592717" cy="12663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027" tIns="134027" rIns="134027" bIns="134027" numCol="1" spcCol="1270" anchor="ctr" anchorCtr="0">
          <a:noAutofit/>
        </a:bodyPr>
        <a:lstStyle/>
        <a:p>
          <a:pPr marL="0" lvl="0" indent="0" algn="l" defTabSz="1244600">
            <a:lnSpc>
              <a:spcPct val="90000"/>
            </a:lnSpc>
            <a:spcBef>
              <a:spcPct val="0"/>
            </a:spcBef>
            <a:spcAft>
              <a:spcPct val="35000"/>
            </a:spcAft>
            <a:buNone/>
          </a:pPr>
          <a:r>
            <a:rPr lang="en-US" sz="2800" kern="1200"/>
            <a:t>Use: weather.csv. Monthly weather data.</a:t>
          </a:r>
        </a:p>
      </dsp:txBody>
      <dsp:txXfrm>
        <a:off x="1461940" y="1542470"/>
        <a:ext cx="4592717" cy="1266397"/>
      </dsp:txXfrm>
    </dsp:sp>
    <dsp:sp modelId="{9C82D64F-7DDE-4358-97DC-BE191CB500D1}">
      <dsp:nvSpPr>
        <dsp:cNvPr id="0" name=""/>
        <dsp:cNvSpPr/>
      </dsp:nvSpPr>
      <dsp:spPr>
        <a:xfrm>
          <a:off x="6054657" y="1542470"/>
          <a:ext cx="4016247" cy="1265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896" tIns="133896" rIns="133896" bIns="133896" numCol="1" spcCol="1270" anchor="ctr" anchorCtr="0">
          <a:noAutofit/>
        </a:bodyPr>
        <a:lstStyle/>
        <a:p>
          <a:pPr marL="0" lvl="0" indent="0" algn="l" defTabSz="889000">
            <a:lnSpc>
              <a:spcPct val="90000"/>
            </a:lnSpc>
            <a:spcBef>
              <a:spcPct val="0"/>
            </a:spcBef>
            <a:spcAft>
              <a:spcPct val="35000"/>
            </a:spcAft>
            <a:buNone/>
          </a:pPr>
          <a:r>
            <a:rPr lang="en-US" sz="2000" kern="1200"/>
            <a:t>﻿﻿Variables: Year, ﻿﻿Month, ﻿﻿Average Temperature, ﻿﻿Total Rainfall</a:t>
          </a:r>
        </a:p>
      </dsp:txBody>
      <dsp:txXfrm>
        <a:off x="6054657" y="1542470"/>
        <a:ext cx="4016247" cy="1265160"/>
      </dsp:txXfrm>
    </dsp:sp>
    <dsp:sp modelId="{646E90DE-42FF-45A4-B020-443956DD3BBA}">
      <dsp:nvSpPr>
        <dsp:cNvPr id="0" name=""/>
        <dsp:cNvSpPr/>
      </dsp:nvSpPr>
      <dsp:spPr>
        <a:xfrm>
          <a:off x="0" y="3082683"/>
          <a:ext cx="10206038" cy="126516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F276AB-AE2E-4023-B1CE-D9B846517090}">
      <dsp:nvSpPr>
        <dsp:cNvPr id="0" name=""/>
        <dsp:cNvSpPr/>
      </dsp:nvSpPr>
      <dsp:spPr>
        <a:xfrm>
          <a:off x="382711" y="3367344"/>
          <a:ext cx="696518" cy="6958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CB0831-458A-4B87-AD30-DFD79EEA7EC8}">
      <dsp:nvSpPr>
        <dsp:cNvPr id="0" name=""/>
        <dsp:cNvSpPr/>
      </dsp:nvSpPr>
      <dsp:spPr>
        <a:xfrm>
          <a:off x="1461940" y="3082683"/>
          <a:ext cx="4592717" cy="12663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027" tIns="134027" rIns="134027" bIns="134027" numCol="1" spcCol="1270" anchor="ctr" anchorCtr="0">
          <a:noAutofit/>
        </a:bodyPr>
        <a:lstStyle/>
        <a:p>
          <a:pPr marL="0" lvl="0" indent="0" algn="l" defTabSz="1244600">
            <a:lnSpc>
              <a:spcPct val="90000"/>
            </a:lnSpc>
            <a:spcBef>
              <a:spcPct val="0"/>
            </a:spcBef>
            <a:spcAft>
              <a:spcPct val="35000"/>
            </a:spcAft>
            <a:buNone/>
          </a:pPr>
          <a:r>
            <a:rPr lang="en-US" sz="2800" kern="1200"/>
            <a:t>Use: events.csv (optional). Notes on events like pesticide applications</a:t>
          </a:r>
        </a:p>
      </dsp:txBody>
      <dsp:txXfrm>
        <a:off x="1461940" y="3082683"/>
        <a:ext cx="4592717" cy="1266397"/>
      </dsp:txXfrm>
    </dsp:sp>
    <dsp:sp modelId="{2C6D3908-ED6A-4C09-ACE8-97477BA59E60}">
      <dsp:nvSpPr>
        <dsp:cNvPr id="0" name=""/>
        <dsp:cNvSpPr/>
      </dsp:nvSpPr>
      <dsp:spPr>
        <a:xfrm>
          <a:off x="6054657" y="3082683"/>
          <a:ext cx="4016247" cy="1265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896" tIns="133896" rIns="133896" bIns="133896" numCol="1" spcCol="1270" anchor="ctr" anchorCtr="0">
          <a:noAutofit/>
        </a:bodyPr>
        <a:lstStyle/>
        <a:p>
          <a:pPr marL="0" lvl="0" indent="0" algn="l" defTabSz="889000">
            <a:lnSpc>
              <a:spcPct val="90000"/>
            </a:lnSpc>
            <a:spcBef>
              <a:spcPct val="0"/>
            </a:spcBef>
            <a:spcAft>
              <a:spcPct val="35000"/>
            </a:spcAft>
            <a:buNone/>
          </a:pPr>
          <a:r>
            <a:rPr lang="en-US" sz="2000" kern="1200"/>
            <a:t>Variables: Year, ﻿﻿Month, ﻿﻿PesticideUsed (Yes/No)</a:t>
          </a:r>
        </a:p>
      </dsp:txBody>
      <dsp:txXfrm>
        <a:off x="6054657" y="3082683"/>
        <a:ext cx="4016247" cy="126516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91B7AE-6E2F-449E-AC25-F899E3165B0D}">
      <dsp:nvSpPr>
        <dsp:cNvPr id="0" name=""/>
        <dsp:cNvSpPr/>
      </dsp:nvSpPr>
      <dsp:spPr>
        <a:xfrm>
          <a:off x="0" y="436"/>
          <a:ext cx="10515600" cy="10205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C5667B-DDD3-4986-BC85-41F78919E699}">
      <dsp:nvSpPr>
        <dsp:cNvPr id="0" name=""/>
        <dsp:cNvSpPr/>
      </dsp:nvSpPr>
      <dsp:spPr>
        <a:xfrm>
          <a:off x="308726" y="230067"/>
          <a:ext cx="561320" cy="5613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C04A12-0816-42C9-85F7-58EAC28A4F47}">
      <dsp:nvSpPr>
        <dsp:cNvPr id="0" name=""/>
        <dsp:cNvSpPr/>
      </dsp:nvSpPr>
      <dsp:spPr>
        <a:xfrm>
          <a:off x="1178772" y="436"/>
          <a:ext cx="4732020" cy="1020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012" tIns="108012" rIns="108012" bIns="108012" numCol="1" spcCol="1270" anchor="ctr" anchorCtr="0">
          <a:noAutofit/>
        </a:bodyPr>
        <a:lstStyle/>
        <a:p>
          <a:pPr marL="0" lvl="0" indent="0" algn="l" defTabSz="1111250">
            <a:lnSpc>
              <a:spcPct val="90000"/>
            </a:lnSpc>
            <a:spcBef>
              <a:spcPct val="0"/>
            </a:spcBef>
            <a:spcAft>
              <a:spcPct val="35000"/>
            </a:spcAft>
            <a:buNone/>
          </a:pPr>
          <a:r>
            <a:rPr lang="en-US" sz="2500" kern="1200"/>
            <a:t>Check overall bee count trend over time</a:t>
          </a:r>
        </a:p>
      </dsp:txBody>
      <dsp:txXfrm>
        <a:off x="1178772" y="436"/>
        <a:ext cx="4732020" cy="1020582"/>
      </dsp:txXfrm>
    </dsp:sp>
    <dsp:sp modelId="{2A8222E2-882B-4EBA-B3AE-55AE63AC4E73}">
      <dsp:nvSpPr>
        <dsp:cNvPr id="0" name=""/>
        <dsp:cNvSpPr/>
      </dsp:nvSpPr>
      <dsp:spPr>
        <a:xfrm>
          <a:off x="5910792" y="436"/>
          <a:ext cx="4604807" cy="1020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012" tIns="108012" rIns="108012" bIns="108012" numCol="1" spcCol="1270" anchor="ctr" anchorCtr="0">
          <a:noAutofit/>
        </a:bodyPr>
        <a:lstStyle/>
        <a:p>
          <a:pPr marL="0" lvl="0" indent="0" algn="l" defTabSz="577850">
            <a:lnSpc>
              <a:spcPct val="90000"/>
            </a:lnSpc>
            <a:spcBef>
              <a:spcPct val="0"/>
            </a:spcBef>
            <a:spcAft>
              <a:spcPct val="35000"/>
            </a:spcAft>
            <a:buNone/>
          </a:pPr>
          <a:r>
            <a:rPr lang="en-US" sz="1300" kern="1200"/>
            <a:t>Look for consistent mid-summer drops using a line chart or time series plot.</a:t>
          </a:r>
        </a:p>
      </dsp:txBody>
      <dsp:txXfrm>
        <a:off x="5910792" y="436"/>
        <a:ext cx="4604807" cy="1020582"/>
      </dsp:txXfrm>
    </dsp:sp>
    <dsp:sp modelId="{0533CD04-B86C-4CA0-B3F9-9034F9E58185}">
      <dsp:nvSpPr>
        <dsp:cNvPr id="0" name=""/>
        <dsp:cNvSpPr/>
      </dsp:nvSpPr>
      <dsp:spPr>
        <a:xfrm>
          <a:off x="0" y="1276164"/>
          <a:ext cx="10515600" cy="10205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C44E6A-268F-41C7-AFDE-22CC63DCFA31}">
      <dsp:nvSpPr>
        <dsp:cNvPr id="0" name=""/>
        <dsp:cNvSpPr/>
      </dsp:nvSpPr>
      <dsp:spPr>
        <a:xfrm>
          <a:off x="308726" y="1505795"/>
          <a:ext cx="561320" cy="5613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2D00018-BD5F-4E40-AEBA-3528A3004C4C}">
      <dsp:nvSpPr>
        <dsp:cNvPr id="0" name=""/>
        <dsp:cNvSpPr/>
      </dsp:nvSpPr>
      <dsp:spPr>
        <a:xfrm>
          <a:off x="1178772" y="1276164"/>
          <a:ext cx="4732020" cy="1020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012" tIns="108012" rIns="108012" bIns="108012" numCol="1" spcCol="1270" anchor="ctr" anchorCtr="0">
          <a:noAutofit/>
        </a:bodyPr>
        <a:lstStyle/>
        <a:p>
          <a:pPr marL="0" lvl="0" indent="0" algn="l" defTabSz="1111250">
            <a:lnSpc>
              <a:spcPct val="90000"/>
            </a:lnSpc>
            <a:spcBef>
              <a:spcPct val="0"/>
            </a:spcBef>
            <a:spcAft>
              <a:spcPct val="35000"/>
            </a:spcAft>
            <a:buNone/>
          </a:pPr>
          <a:r>
            <a:rPr lang="en-US" sz="2500" kern="1200"/>
            <a:t>Explore relationship with weather</a:t>
          </a:r>
        </a:p>
      </dsp:txBody>
      <dsp:txXfrm>
        <a:off x="1178772" y="1276164"/>
        <a:ext cx="4732020" cy="1020582"/>
      </dsp:txXfrm>
    </dsp:sp>
    <dsp:sp modelId="{932E611B-29BA-4A51-8EDA-877B60E563FA}">
      <dsp:nvSpPr>
        <dsp:cNvPr id="0" name=""/>
        <dsp:cNvSpPr/>
      </dsp:nvSpPr>
      <dsp:spPr>
        <a:xfrm>
          <a:off x="5910792" y="1276164"/>
          <a:ext cx="4604807" cy="1020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012" tIns="108012" rIns="108012" bIns="108012" numCol="1" spcCol="1270" anchor="ctr" anchorCtr="0">
          <a:noAutofit/>
        </a:bodyPr>
        <a:lstStyle/>
        <a:p>
          <a:pPr marL="0" lvl="0" indent="0" algn="l" defTabSz="577850">
            <a:lnSpc>
              <a:spcPct val="90000"/>
            </a:lnSpc>
            <a:spcBef>
              <a:spcPct val="0"/>
            </a:spcBef>
            <a:spcAft>
              <a:spcPct val="35000"/>
            </a:spcAft>
            <a:buNone/>
          </a:pPr>
          <a:r>
            <a:rPr lang="en-US" sz="1300" kern="1200"/>
            <a:t>Compare bee counts to temperature and rainfall.</a:t>
          </a:r>
        </a:p>
        <a:p>
          <a:pPr marL="0" lvl="0" indent="0" algn="l" defTabSz="577850">
            <a:lnSpc>
              <a:spcPct val="90000"/>
            </a:lnSpc>
            <a:spcBef>
              <a:spcPct val="0"/>
            </a:spcBef>
            <a:spcAft>
              <a:spcPct val="35000"/>
            </a:spcAft>
            <a:buNone/>
          </a:pPr>
          <a:r>
            <a:rPr lang="en-US" sz="1300" kern="1200"/>
            <a:t>Use scatter plots or overlay weather data on bee count line charts.</a:t>
          </a:r>
        </a:p>
      </dsp:txBody>
      <dsp:txXfrm>
        <a:off x="5910792" y="1276164"/>
        <a:ext cx="4604807" cy="1020582"/>
      </dsp:txXfrm>
    </dsp:sp>
    <dsp:sp modelId="{65F26641-D6A5-48CE-8DC6-E24E3FAEE5DC}">
      <dsp:nvSpPr>
        <dsp:cNvPr id="0" name=""/>
        <dsp:cNvSpPr/>
      </dsp:nvSpPr>
      <dsp:spPr>
        <a:xfrm>
          <a:off x="0" y="2551892"/>
          <a:ext cx="10515600" cy="102058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7966BD-AC3A-45EF-9A5C-4BB67A4295AB}">
      <dsp:nvSpPr>
        <dsp:cNvPr id="0" name=""/>
        <dsp:cNvSpPr/>
      </dsp:nvSpPr>
      <dsp:spPr>
        <a:xfrm>
          <a:off x="308726" y="2781523"/>
          <a:ext cx="561320" cy="5613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A9EA8FD-5267-41BC-9569-B305C2C41556}">
      <dsp:nvSpPr>
        <dsp:cNvPr id="0" name=""/>
        <dsp:cNvSpPr/>
      </dsp:nvSpPr>
      <dsp:spPr>
        <a:xfrm>
          <a:off x="1178772" y="2551892"/>
          <a:ext cx="4732020" cy="1020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012" tIns="108012" rIns="108012" bIns="108012" numCol="1" spcCol="1270" anchor="ctr" anchorCtr="0">
          <a:noAutofit/>
        </a:bodyPr>
        <a:lstStyle/>
        <a:p>
          <a:pPr marL="0" lvl="0" indent="0" algn="l" defTabSz="1111250">
            <a:lnSpc>
              <a:spcPct val="90000"/>
            </a:lnSpc>
            <a:spcBef>
              <a:spcPct val="0"/>
            </a:spcBef>
            <a:spcAft>
              <a:spcPct val="35000"/>
            </a:spcAft>
            <a:buNone/>
          </a:pPr>
          <a:r>
            <a:rPr lang="en-US" sz="2500" kern="1200"/>
            <a:t>Investigate impact of events (e.g., pesticide use)</a:t>
          </a:r>
        </a:p>
      </dsp:txBody>
      <dsp:txXfrm>
        <a:off x="1178772" y="2551892"/>
        <a:ext cx="4732020" cy="1020582"/>
      </dsp:txXfrm>
    </dsp:sp>
    <dsp:sp modelId="{C85C25AA-FAB4-455B-A804-E65A1768B43D}">
      <dsp:nvSpPr>
        <dsp:cNvPr id="0" name=""/>
        <dsp:cNvSpPr/>
      </dsp:nvSpPr>
      <dsp:spPr>
        <a:xfrm>
          <a:off x="5910792" y="2551892"/>
          <a:ext cx="4604807" cy="1020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012" tIns="108012" rIns="108012" bIns="108012" numCol="1" spcCol="1270" anchor="ctr" anchorCtr="0">
          <a:noAutofit/>
        </a:bodyPr>
        <a:lstStyle/>
        <a:p>
          <a:pPr marL="0" lvl="0" indent="0" algn="l" defTabSz="577850">
            <a:lnSpc>
              <a:spcPct val="90000"/>
            </a:lnSpc>
            <a:spcBef>
              <a:spcPct val="0"/>
            </a:spcBef>
            <a:spcAft>
              <a:spcPct val="35000"/>
            </a:spcAft>
            <a:buNone/>
          </a:pPr>
          <a:r>
            <a:rPr lang="en-US" sz="1300" kern="1200"/>
            <a:t>If event data includes indicators like “yes” for pesticide use, compare bee counts in months following those events.</a:t>
          </a:r>
        </a:p>
        <a:p>
          <a:pPr marL="0" lvl="0" indent="0" algn="l" defTabSz="577850">
            <a:lnSpc>
              <a:spcPct val="90000"/>
            </a:lnSpc>
            <a:spcBef>
              <a:spcPct val="0"/>
            </a:spcBef>
            <a:spcAft>
              <a:spcPct val="35000"/>
            </a:spcAft>
            <a:buNone/>
          </a:pPr>
          <a:r>
            <a:rPr lang="en-US" sz="1300" kern="1200"/>
            <a:t>Consider using grouped summaries or side-by-side boxplots for comparison.</a:t>
          </a:r>
        </a:p>
      </dsp:txBody>
      <dsp:txXfrm>
        <a:off x="5910792" y="2551892"/>
        <a:ext cx="4604807" cy="102058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BEE1CF-D7E1-4503-9782-311CF49DDACC}">
      <dsp:nvSpPr>
        <dsp:cNvPr id="0" name=""/>
        <dsp:cNvSpPr/>
      </dsp:nvSpPr>
      <dsp:spPr>
        <a:xfrm>
          <a:off x="393" y="530844"/>
          <a:ext cx="1098562" cy="1098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E6A0E02-EEFC-487E-968F-CBBA0B2B6B97}">
      <dsp:nvSpPr>
        <dsp:cNvPr id="0" name=""/>
        <dsp:cNvSpPr/>
      </dsp:nvSpPr>
      <dsp:spPr>
        <a:xfrm>
          <a:off x="393" y="1737389"/>
          <a:ext cx="3138750" cy="573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defRPr b="1"/>
          </a:pPr>
          <a:r>
            <a:rPr lang="en-US" sz="2000" kern="1200"/>
            <a:t>Identify patterns</a:t>
          </a:r>
        </a:p>
      </dsp:txBody>
      <dsp:txXfrm>
        <a:off x="393" y="1737389"/>
        <a:ext cx="3138750" cy="573802"/>
      </dsp:txXfrm>
    </dsp:sp>
    <dsp:sp modelId="{C785E09B-BD2B-4DBF-8A19-FFF2C028C464}">
      <dsp:nvSpPr>
        <dsp:cNvPr id="0" name=""/>
        <dsp:cNvSpPr/>
      </dsp:nvSpPr>
      <dsp:spPr>
        <a:xfrm>
          <a:off x="393" y="2361416"/>
          <a:ext cx="3138750" cy="680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90000"/>
            </a:lnSpc>
            <a:spcBef>
              <a:spcPct val="0"/>
            </a:spcBef>
            <a:spcAft>
              <a:spcPct val="35000"/>
            </a:spcAft>
            <a:buNone/>
          </a:pPr>
          <a:r>
            <a:rPr lang="en-US" sz="1600" kern="1200"/>
            <a:t>Such as bee declines during extremely hot and dry June–July periods.</a:t>
          </a:r>
        </a:p>
      </dsp:txBody>
      <dsp:txXfrm>
        <a:off x="393" y="2361416"/>
        <a:ext cx="3138750" cy="680649"/>
      </dsp:txXfrm>
    </dsp:sp>
    <dsp:sp modelId="{E0622E55-AC95-46A3-998F-A02A6CDBA228}">
      <dsp:nvSpPr>
        <dsp:cNvPr id="0" name=""/>
        <dsp:cNvSpPr/>
      </dsp:nvSpPr>
      <dsp:spPr>
        <a:xfrm>
          <a:off x="3688425" y="530844"/>
          <a:ext cx="1098562" cy="1098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BCA1791-B85B-4D7C-8701-75CCD5E3AA09}">
      <dsp:nvSpPr>
        <dsp:cNvPr id="0" name=""/>
        <dsp:cNvSpPr/>
      </dsp:nvSpPr>
      <dsp:spPr>
        <a:xfrm>
          <a:off x="3688425" y="1737389"/>
          <a:ext cx="3138750" cy="573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defRPr b="1"/>
          </a:pPr>
          <a:r>
            <a:rPr lang="en-US" sz="2000" kern="1200"/>
            <a:t>Consider the role of events</a:t>
          </a:r>
        </a:p>
      </dsp:txBody>
      <dsp:txXfrm>
        <a:off x="3688425" y="1737389"/>
        <a:ext cx="3138750" cy="573802"/>
      </dsp:txXfrm>
    </dsp:sp>
    <dsp:sp modelId="{1BA3A494-8695-4665-BE9D-B17827193DDA}">
      <dsp:nvSpPr>
        <dsp:cNvPr id="0" name=""/>
        <dsp:cNvSpPr/>
      </dsp:nvSpPr>
      <dsp:spPr>
        <a:xfrm>
          <a:off x="3688425" y="2361416"/>
          <a:ext cx="3138750" cy="680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90000"/>
            </a:lnSpc>
            <a:spcBef>
              <a:spcPct val="0"/>
            </a:spcBef>
            <a:spcAft>
              <a:spcPct val="35000"/>
            </a:spcAft>
            <a:buNone/>
          </a:pPr>
          <a:r>
            <a:rPr lang="en-US" sz="1600" kern="1200"/>
            <a:t>Like pesticide use, in worsening the decline.</a:t>
          </a:r>
        </a:p>
      </dsp:txBody>
      <dsp:txXfrm>
        <a:off x="3688425" y="2361416"/>
        <a:ext cx="3138750" cy="680649"/>
      </dsp:txXfrm>
    </dsp:sp>
    <dsp:sp modelId="{32FD413B-169B-4DF8-8A95-DB0E7B999BEC}">
      <dsp:nvSpPr>
        <dsp:cNvPr id="0" name=""/>
        <dsp:cNvSpPr/>
      </dsp:nvSpPr>
      <dsp:spPr>
        <a:xfrm>
          <a:off x="7376456" y="530844"/>
          <a:ext cx="1098562" cy="1098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0DE75F0-8AAD-440D-AB5D-570274523F25}">
      <dsp:nvSpPr>
        <dsp:cNvPr id="0" name=""/>
        <dsp:cNvSpPr/>
      </dsp:nvSpPr>
      <dsp:spPr>
        <a:xfrm>
          <a:off x="7376456" y="1737389"/>
          <a:ext cx="3138750" cy="573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defRPr b="1"/>
          </a:pPr>
          <a:r>
            <a:rPr lang="en-US" sz="2000" kern="1200"/>
            <a:t xml:space="preserve">Distinguish correlation from causation </a:t>
          </a:r>
        </a:p>
      </dsp:txBody>
      <dsp:txXfrm>
        <a:off x="7376456" y="1737389"/>
        <a:ext cx="3138750" cy="573802"/>
      </dsp:txXfrm>
    </dsp:sp>
    <dsp:sp modelId="{1581968E-F855-4101-B1E1-E9DDDB7A63E8}">
      <dsp:nvSpPr>
        <dsp:cNvPr id="0" name=""/>
        <dsp:cNvSpPr/>
      </dsp:nvSpPr>
      <dsp:spPr>
        <a:xfrm>
          <a:off x="7376456" y="2361416"/>
          <a:ext cx="3138750" cy="680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90000"/>
            </a:lnSpc>
            <a:spcBef>
              <a:spcPct val="0"/>
            </a:spcBef>
            <a:spcAft>
              <a:spcPct val="35000"/>
            </a:spcAft>
            <a:buNone/>
          </a:pPr>
          <a:r>
            <a:rPr lang="en-US" sz="1600" kern="1200"/>
            <a:t>The data may suggest a link, but further investigation is needed for certainty.</a:t>
          </a:r>
        </a:p>
      </dsp:txBody>
      <dsp:txXfrm>
        <a:off x="7376456" y="2361416"/>
        <a:ext cx="3138750" cy="68064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6FAE54-5498-4728-A24A-B299BC9B5229}">
      <dsp:nvSpPr>
        <dsp:cNvPr id="0" name=""/>
        <dsp:cNvSpPr/>
      </dsp:nvSpPr>
      <dsp:spPr>
        <a:xfrm>
          <a:off x="0" y="594"/>
          <a:ext cx="6172199" cy="139212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70D027-107C-428D-9D17-7F969F5AAC99}">
      <dsp:nvSpPr>
        <dsp:cNvPr id="0" name=""/>
        <dsp:cNvSpPr/>
      </dsp:nvSpPr>
      <dsp:spPr>
        <a:xfrm>
          <a:off x="421117" y="313822"/>
          <a:ext cx="765668" cy="76566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E5585A1-4313-4880-A2CF-32A15A770B43}">
      <dsp:nvSpPr>
        <dsp:cNvPr id="0" name=""/>
        <dsp:cNvSpPr/>
      </dsp:nvSpPr>
      <dsp:spPr>
        <a:xfrm>
          <a:off x="1607903" y="594"/>
          <a:ext cx="2777490" cy="1392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333" tIns="147333" rIns="147333" bIns="147333" numCol="1" spcCol="1270" anchor="ctr" anchorCtr="0">
          <a:noAutofit/>
        </a:bodyPr>
        <a:lstStyle/>
        <a:p>
          <a:pPr marL="0" lvl="0" indent="0" algn="l" defTabSz="1111250">
            <a:lnSpc>
              <a:spcPct val="90000"/>
            </a:lnSpc>
            <a:spcBef>
              <a:spcPct val="0"/>
            </a:spcBef>
            <a:spcAft>
              <a:spcPct val="35000"/>
            </a:spcAft>
            <a:buNone/>
          </a:pPr>
          <a:r>
            <a:rPr lang="en-US" sz="2500" kern="1200"/>
            <a:t>Heat Stress</a:t>
          </a:r>
        </a:p>
      </dsp:txBody>
      <dsp:txXfrm>
        <a:off x="1607903" y="594"/>
        <a:ext cx="2777490" cy="1392124"/>
      </dsp:txXfrm>
    </dsp:sp>
    <dsp:sp modelId="{0E5EC719-1C7A-4F60-9543-DF41CF9F4AF6}">
      <dsp:nvSpPr>
        <dsp:cNvPr id="0" name=""/>
        <dsp:cNvSpPr/>
      </dsp:nvSpPr>
      <dsp:spPr>
        <a:xfrm>
          <a:off x="4385393" y="594"/>
          <a:ext cx="1786806" cy="1392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333" tIns="147333" rIns="147333" bIns="147333" numCol="1" spcCol="1270" anchor="ctr" anchorCtr="0">
          <a:noAutofit/>
        </a:bodyPr>
        <a:lstStyle/>
        <a:p>
          <a:pPr marL="0" lvl="0" indent="0" algn="l" defTabSz="800100">
            <a:lnSpc>
              <a:spcPct val="90000"/>
            </a:lnSpc>
            <a:spcBef>
              <a:spcPct val="0"/>
            </a:spcBef>
            <a:spcAft>
              <a:spcPct val="35000"/>
            </a:spcAft>
            <a:buNone/>
          </a:pPr>
          <a:r>
            <a:rPr lang="en-US" sz="1800" kern="1200"/>
            <a:t>Primary factor affecting bee activity</a:t>
          </a:r>
        </a:p>
      </dsp:txBody>
      <dsp:txXfrm>
        <a:off x="4385393" y="594"/>
        <a:ext cx="1786806" cy="1392124"/>
      </dsp:txXfrm>
    </dsp:sp>
    <dsp:sp modelId="{6DF15D3B-D4D8-498E-970E-0FF5BDEFE464}">
      <dsp:nvSpPr>
        <dsp:cNvPr id="0" name=""/>
        <dsp:cNvSpPr/>
      </dsp:nvSpPr>
      <dsp:spPr>
        <a:xfrm>
          <a:off x="0" y="1740750"/>
          <a:ext cx="6172199" cy="139212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B67777-CB8C-40E2-9B89-8F3ABD35C823}">
      <dsp:nvSpPr>
        <dsp:cNvPr id="0" name=""/>
        <dsp:cNvSpPr/>
      </dsp:nvSpPr>
      <dsp:spPr>
        <a:xfrm>
          <a:off x="421117" y="2053978"/>
          <a:ext cx="765668" cy="76566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D67B564-DDDE-41E0-A6A2-BD3F36B34911}">
      <dsp:nvSpPr>
        <dsp:cNvPr id="0" name=""/>
        <dsp:cNvSpPr/>
      </dsp:nvSpPr>
      <dsp:spPr>
        <a:xfrm>
          <a:off x="1607903" y="1740750"/>
          <a:ext cx="2777490" cy="1392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333" tIns="147333" rIns="147333" bIns="147333" numCol="1" spcCol="1270" anchor="ctr" anchorCtr="0">
          <a:noAutofit/>
        </a:bodyPr>
        <a:lstStyle/>
        <a:p>
          <a:pPr marL="0" lvl="0" indent="0" algn="l" defTabSz="1111250">
            <a:lnSpc>
              <a:spcPct val="90000"/>
            </a:lnSpc>
            <a:spcBef>
              <a:spcPct val="0"/>
            </a:spcBef>
            <a:spcAft>
              <a:spcPct val="35000"/>
            </a:spcAft>
            <a:buNone/>
          </a:pPr>
          <a:r>
            <a:rPr lang="en-US" sz="2500" kern="1200"/>
            <a:t>Drought Conditions</a:t>
          </a:r>
        </a:p>
      </dsp:txBody>
      <dsp:txXfrm>
        <a:off x="1607903" y="1740750"/>
        <a:ext cx="2777490" cy="1392124"/>
      </dsp:txXfrm>
    </dsp:sp>
    <dsp:sp modelId="{7FE660B6-DF87-4BB1-B368-15546720225C}">
      <dsp:nvSpPr>
        <dsp:cNvPr id="0" name=""/>
        <dsp:cNvSpPr/>
      </dsp:nvSpPr>
      <dsp:spPr>
        <a:xfrm>
          <a:off x="4385393" y="1740750"/>
          <a:ext cx="1786806" cy="1392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333" tIns="147333" rIns="147333" bIns="147333" numCol="1" spcCol="1270" anchor="ctr" anchorCtr="0">
          <a:noAutofit/>
        </a:bodyPr>
        <a:lstStyle/>
        <a:p>
          <a:pPr marL="0" lvl="0" indent="0" algn="l" defTabSz="800100">
            <a:lnSpc>
              <a:spcPct val="90000"/>
            </a:lnSpc>
            <a:spcBef>
              <a:spcPct val="0"/>
            </a:spcBef>
            <a:spcAft>
              <a:spcPct val="35000"/>
            </a:spcAft>
            <a:buNone/>
          </a:pPr>
          <a:r>
            <a:rPr lang="en-US" sz="1800" kern="1200"/>
            <a:t>Reduced nectar and pollen availability</a:t>
          </a:r>
        </a:p>
      </dsp:txBody>
      <dsp:txXfrm>
        <a:off x="4385393" y="1740750"/>
        <a:ext cx="1786806" cy="1392124"/>
      </dsp:txXfrm>
    </dsp:sp>
    <dsp:sp modelId="{C8F26099-C2A8-4F7F-984E-67DFCAF6A3A1}">
      <dsp:nvSpPr>
        <dsp:cNvPr id="0" name=""/>
        <dsp:cNvSpPr/>
      </dsp:nvSpPr>
      <dsp:spPr>
        <a:xfrm>
          <a:off x="0" y="3480905"/>
          <a:ext cx="6172199" cy="139212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3BDA66-C308-440A-B0ED-BFFDF44D86E5}">
      <dsp:nvSpPr>
        <dsp:cNvPr id="0" name=""/>
        <dsp:cNvSpPr/>
      </dsp:nvSpPr>
      <dsp:spPr>
        <a:xfrm>
          <a:off x="421117" y="3794133"/>
          <a:ext cx="765668" cy="76566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EC6181-C2A5-46CD-B8D2-DDCD2AA459E7}">
      <dsp:nvSpPr>
        <dsp:cNvPr id="0" name=""/>
        <dsp:cNvSpPr/>
      </dsp:nvSpPr>
      <dsp:spPr>
        <a:xfrm>
          <a:off x="1607903" y="3480905"/>
          <a:ext cx="2777490" cy="1392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333" tIns="147333" rIns="147333" bIns="147333" numCol="1" spcCol="1270" anchor="ctr" anchorCtr="0">
          <a:noAutofit/>
        </a:bodyPr>
        <a:lstStyle/>
        <a:p>
          <a:pPr marL="0" lvl="0" indent="0" algn="l" defTabSz="1111250">
            <a:lnSpc>
              <a:spcPct val="90000"/>
            </a:lnSpc>
            <a:spcBef>
              <a:spcPct val="0"/>
            </a:spcBef>
            <a:spcAft>
              <a:spcPct val="35000"/>
            </a:spcAft>
            <a:buNone/>
          </a:pPr>
          <a:r>
            <a:rPr lang="en-US" sz="2500" kern="1200"/>
            <a:t>Temporary Effect</a:t>
          </a:r>
        </a:p>
      </dsp:txBody>
      <dsp:txXfrm>
        <a:off x="1607903" y="3480905"/>
        <a:ext cx="2777490" cy="1392124"/>
      </dsp:txXfrm>
    </dsp:sp>
    <dsp:sp modelId="{5972B86B-54C9-46D7-89A3-6DE650F095C4}">
      <dsp:nvSpPr>
        <dsp:cNvPr id="0" name=""/>
        <dsp:cNvSpPr/>
      </dsp:nvSpPr>
      <dsp:spPr>
        <a:xfrm>
          <a:off x="4385393" y="3480905"/>
          <a:ext cx="1786806" cy="1392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333" tIns="147333" rIns="147333" bIns="147333" numCol="1" spcCol="1270" anchor="ctr" anchorCtr="0">
          <a:noAutofit/>
        </a:bodyPr>
        <a:lstStyle/>
        <a:p>
          <a:pPr marL="0" lvl="0" indent="0" algn="l" defTabSz="800100">
            <a:lnSpc>
              <a:spcPct val="90000"/>
            </a:lnSpc>
            <a:spcBef>
              <a:spcPct val="0"/>
            </a:spcBef>
            <a:spcAft>
              <a:spcPct val="35000"/>
            </a:spcAft>
            <a:buNone/>
          </a:pPr>
          <a:r>
            <a:rPr lang="en-US" sz="1800" kern="1200"/>
            <a:t>Recovery when conditions improve</a:t>
          </a:r>
        </a:p>
      </dsp:txBody>
      <dsp:txXfrm>
        <a:off x="4385393" y="3480905"/>
        <a:ext cx="1786806" cy="139212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1E776C-CF80-46B7-B779-B7E9E983E926}">
      <dsp:nvSpPr>
        <dsp:cNvPr id="0" name=""/>
        <dsp:cNvSpPr/>
      </dsp:nvSpPr>
      <dsp:spPr>
        <a:xfrm>
          <a:off x="0" y="2022"/>
          <a:ext cx="6172199" cy="102517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533D5F-9AE3-46AD-B73A-42FEBB9075AB}">
      <dsp:nvSpPr>
        <dsp:cNvPr id="0" name=""/>
        <dsp:cNvSpPr/>
      </dsp:nvSpPr>
      <dsp:spPr>
        <a:xfrm>
          <a:off x="310115" y="232687"/>
          <a:ext cx="563846" cy="56384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883C18-4DF1-4850-B03F-073254EB8930}">
      <dsp:nvSpPr>
        <dsp:cNvPr id="0" name=""/>
        <dsp:cNvSpPr/>
      </dsp:nvSpPr>
      <dsp:spPr>
        <a:xfrm>
          <a:off x="1184076" y="2022"/>
          <a:ext cx="2777490" cy="1025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498" tIns="108498" rIns="108498" bIns="108498" numCol="1" spcCol="1270" anchor="ctr" anchorCtr="0">
          <a:noAutofit/>
        </a:bodyPr>
        <a:lstStyle/>
        <a:p>
          <a:pPr marL="0" lvl="0" indent="0" algn="l" defTabSz="977900">
            <a:lnSpc>
              <a:spcPct val="90000"/>
            </a:lnSpc>
            <a:spcBef>
              <a:spcPct val="0"/>
            </a:spcBef>
            <a:spcAft>
              <a:spcPct val="35000"/>
            </a:spcAft>
            <a:buNone/>
          </a:pPr>
          <a:r>
            <a:rPr lang="en-US" sz="2200" kern="1200"/>
            <a:t>Introduction</a:t>
          </a:r>
        </a:p>
      </dsp:txBody>
      <dsp:txXfrm>
        <a:off x="1184076" y="2022"/>
        <a:ext cx="2777490" cy="1025174"/>
      </dsp:txXfrm>
    </dsp:sp>
    <dsp:sp modelId="{2724E129-B391-45BA-991D-1FE9E39D38C9}">
      <dsp:nvSpPr>
        <dsp:cNvPr id="0" name=""/>
        <dsp:cNvSpPr/>
      </dsp:nvSpPr>
      <dsp:spPr>
        <a:xfrm>
          <a:off x="3961566" y="2022"/>
          <a:ext cx="2210633" cy="1025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498" tIns="108498" rIns="108498" bIns="108498" numCol="1" spcCol="1270" anchor="ctr" anchorCtr="0">
          <a:noAutofit/>
        </a:bodyPr>
        <a:lstStyle/>
        <a:p>
          <a:pPr marL="0" lvl="0" indent="0" algn="l" defTabSz="711200">
            <a:lnSpc>
              <a:spcPct val="90000"/>
            </a:lnSpc>
            <a:spcBef>
              <a:spcPct val="0"/>
            </a:spcBef>
            <a:spcAft>
              <a:spcPct val="35000"/>
            </a:spcAft>
            <a:buNone/>
          </a:pPr>
          <a:r>
            <a:rPr lang="en-US" sz="1600" kern="1200"/>
            <a:t>Explain the mystery and why it matters.</a:t>
          </a:r>
        </a:p>
      </dsp:txBody>
      <dsp:txXfrm>
        <a:off x="3961566" y="2022"/>
        <a:ext cx="2210633" cy="1025174"/>
      </dsp:txXfrm>
    </dsp:sp>
    <dsp:sp modelId="{375546BD-ED57-4F6D-9A7A-C5CA6F6B57B8}">
      <dsp:nvSpPr>
        <dsp:cNvPr id="0" name=""/>
        <dsp:cNvSpPr/>
      </dsp:nvSpPr>
      <dsp:spPr>
        <a:xfrm>
          <a:off x="0" y="1283491"/>
          <a:ext cx="6172199" cy="102517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4CCB9F-2106-45E5-A54C-356F3381A13F}">
      <dsp:nvSpPr>
        <dsp:cNvPr id="0" name=""/>
        <dsp:cNvSpPr/>
      </dsp:nvSpPr>
      <dsp:spPr>
        <a:xfrm>
          <a:off x="310115" y="1514155"/>
          <a:ext cx="563846" cy="56384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6D7B0D-E21F-458C-8BF3-6172A954CC05}">
      <dsp:nvSpPr>
        <dsp:cNvPr id="0" name=""/>
        <dsp:cNvSpPr/>
      </dsp:nvSpPr>
      <dsp:spPr>
        <a:xfrm>
          <a:off x="1184076" y="1283491"/>
          <a:ext cx="2777490" cy="1025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498" tIns="108498" rIns="108498" bIns="108498" numCol="1" spcCol="1270" anchor="ctr" anchorCtr="0">
          <a:noAutofit/>
        </a:bodyPr>
        <a:lstStyle/>
        <a:p>
          <a:pPr marL="0" lvl="0" indent="0" algn="l" defTabSz="977900">
            <a:lnSpc>
              <a:spcPct val="90000"/>
            </a:lnSpc>
            <a:spcBef>
              <a:spcPct val="0"/>
            </a:spcBef>
            <a:spcAft>
              <a:spcPct val="35000"/>
            </a:spcAft>
            <a:buNone/>
          </a:pPr>
          <a:r>
            <a:rPr lang="en-US" sz="2200" kern="1200"/>
            <a:t>Data and Methods</a:t>
          </a:r>
        </a:p>
      </dsp:txBody>
      <dsp:txXfrm>
        <a:off x="1184076" y="1283491"/>
        <a:ext cx="2777490" cy="1025174"/>
      </dsp:txXfrm>
    </dsp:sp>
    <dsp:sp modelId="{A1DE3191-B71C-4092-929D-10E7F1A2F69B}">
      <dsp:nvSpPr>
        <dsp:cNvPr id="0" name=""/>
        <dsp:cNvSpPr/>
      </dsp:nvSpPr>
      <dsp:spPr>
        <a:xfrm>
          <a:off x="3961566" y="1283491"/>
          <a:ext cx="2210633" cy="1025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498" tIns="108498" rIns="108498" bIns="108498" numCol="1" spcCol="1270" anchor="ctr" anchorCtr="0">
          <a:noAutofit/>
        </a:bodyPr>
        <a:lstStyle/>
        <a:p>
          <a:pPr marL="0" lvl="0" indent="0" algn="l" defTabSz="711200">
            <a:lnSpc>
              <a:spcPct val="90000"/>
            </a:lnSpc>
            <a:spcBef>
              <a:spcPct val="0"/>
            </a:spcBef>
            <a:spcAft>
              <a:spcPct val="35000"/>
            </a:spcAft>
            <a:buNone/>
          </a:pPr>
          <a:r>
            <a:rPr lang="en-US" sz="1600" kern="1200"/>
            <a:t>Describe what data you used and how you analyzed it.</a:t>
          </a:r>
        </a:p>
      </dsp:txBody>
      <dsp:txXfrm>
        <a:off x="3961566" y="1283491"/>
        <a:ext cx="2210633" cy="1025174"/>
      </dsp:txXfrm>
    </dsp:sp>
    <dsp:sp modelId="{5B692B3A-8CA9-4AE7-AD35-FA9C6A3F9987}">
      <dsp:nvSpPr>
        <dsp:cNvPr id="0" name=""/>
        <dsp:cNvSpPr/>
      </dsp:nvSpPr>
      <dsp:spPr>
        <a:xfrm>
          <a:off x="0" y="2564959"/>
          <a:ext cx="6172199" cy="102517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0B56D5-BF7F-4BF3-BF2D-2178E0953F6B}">
      <dsp:nvSpPr>
        <dsp:cNvPr id="0" name=""/>
        <dsp:cNvSpPr/>
      </dsp:nvSpPr>
      <dsp:spPr>
        <a:xfrm>
          <a:off x="310115" y="2795623"/>
          <a:ext cx="563846" cy="56384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29A82A-6D4E-4657-B6A4-63AC2F32736D}">
      <dsp:nvSpPr>
        <dsp:cNvPr id="0" name=""/>
        <dsp:cNvSpPr/>
      </dsp:nvSpPr>
      <dsp:spPr>
        <a:xfrm>
          <a:off x="1184076" y="2564959"/>
          <a:ext cx="2777490" cy="1025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498" tIns="108498" rIns="108498" bIns="108498" numCol="1" spcCol="1270" anchor="ctr" anchorCtr="0">
          <a:noAutofit/>
        </a:bodyPr>
        <a:lstStyle/>
        <a:p>
          <a:pPr marL="0" lvl="0" indent="0" algn="l" defTabSz="977900">
            <a:lnSpc>
              <a:spcPct val="90000"/>
            </a:lnSpc>
            <a:spcBef>
              <a:spcPct val="0"/>
            </a:spcBef>
            <a:spcAft>
              <a:spcPct val="35000"/>
            </a:spcAft>
            <a:buNone/>
          </a:pPr>
          <a:r>
            <a:rPr lang="en-US" sz="2200" kern="1200"/>
            <a:t>Key Findings</a:t>
          </a:r>
        </a:p>
      </dsp:txBody>
      <dsp:txXfrm>
        <a:off x="1184076" y="2564959"/>
        <a:ext cx="2777490" cy="1025174"/>
      </dsp:txXfrm>
    </dsp:sp>
    <dsp:sp modelId="{1A7C8E59-57AF-4A64-96F8-D5AC9CE8CB6E}">
      <dsp:nvSpPr>
        <dsp:cNvPr id="0" name=""/>
        <dsp:cNvSpPr/>
      </dsp:nvSpPr>
      <dsp:spPr>
        <a:xfrm>
          <a:off x="3961566" y="2564959"/>
          <a:ext cx="2210633" cy="1025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498" tIns="108498" rIns="108498" bIns="108498" numCol="1" spcCol="1270" anchor="ctr" anchorCtr="0">
          <a:noAutofit/>
        </a:bodyPr>
        <a:lstStyle/>
        <a:p>
          <a:pPr marL="0" lvl="0" indent="0" algn="l" defTabSz="711200">
            <a:lnSpc>
              <a:spcPct val="90000"/>
            </a:lnSpc>
            <a:spcBef>
              <a:spcPct val="0"/>
            </a:spcBef>
            <a:spcAft>
              <a:spcPct val="35000"/>
            </a:spcAft>
            <a:buNone/>
          </a:pPr>
          <a:r>
            <a:rPr lang="en-US" sz="1600" kern="1200"/>
            <a:t>Present the most important results with visual evidence.</a:t>
          </a:r>
        </a:p>
      </dsp:txBody>
      <dsp:txXfrm>
        <a:off x="3961566" y="2564959"/>
        <a:ext cx="2210633" cy="1025174"/>
      </dsp:txXfrm>
    </dsp:sp>
    <dsp:sp modelId="{77C74A33-6435-4D51-864E-921DB4118918}">
      <dsp:nvSpPr>
        <dsp:cNvPr id="0" name=""/>
        <dsp:cNvSpPr/>
      </dsp:nvSpPr>
      <dsp:spPr>
        <a:xfrm>
          <a:off x="0" y="3846427"/>
          <a:ext cx="6172199" cy="102517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25BA9B-B953-4CD9-A98D-F588AA51C8BE}">
      <dsp:nvSpPr>
        <dsp:cNvPr id="0" name=""/>
        <dsp:cNvSpPr/>
      </dsp:nvSpPr>
      <dsp:spPr>
        <a:xfrm>
          <a:off x="310115" y="4077091"/>
          <a:ext cx="563846" cy="56384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56E1D2-7C71-44C9-9127-A4F500844F5C}">
      <dsp:nvSpPr>
        <dsp:cNvPr id="0" name=""/>
        <dsp:cNvSpPr/>
      </dsp:nvSpPr>
      <dsp:spPr>
        <a:xfrm>
          <a:off x="1184076" y="3846427"/>
          <a:ext cx="2777490" cy="1025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498" tIns="108498" rIns="108498" bIns="108498" numCol="1" spcCol="1270" anchor="ctr" anchorCtr="0">
          <a:noAutofit/>
        </a:bodyPr>
        <a:lstStyle/>
        <a:p>
          <a:pPr marL="0" lvl="0" indent="0" algn="l" defTabSz="977900">
            <a:lnSpc>
              <a:spcPct val="90000"/>
            </a:lnSpc>
            <a:spcBef>
              <a:spcPct val="0"/>
            </a:spcBef>
            <a:spcAft>
              <a:spcPct val="35000"/>
            </a:spcAft>
            <a:buNone/>
          </a:pPr>
          <a:r>
            <a:rPr lang="en-US" sz="2200" kern="1200"/>
            <a:t>Conclusion</a:t>
          </a:r>
        </a:p>
      </dsp:txBody>
      <dsp:txXfrm>
        <a:off x="1184076" y="3846427"/>
        <a:ext cx="2777490" cy="1025174"/>
      </dsp:txXfrm>
    </dsp:sp>
    <dsp:sp modelId="{18E137E5-FA43-407D-BE47-62B1EBC51C45}">
      <dsp:nvSpPr>
        <dsp:cNvPr id="0" name=""/>
        <dsp:cNvSpPr/>
      </dsp:nvSpPr>
      <dsp:spPr>
        <a:xfrm>
          <a:off x="3961566" y="3846427"/>
          <a:ext cx="2210633" cy="1025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498" tIns="108498" rIns="108498" bIns="108498" numCol="1" spcCol="1270" anchor="ctr" anchorCtr="0">
          <a:noAutofit/>
        </a:bodyPr>
        <a:lstStyle/>
        <a:p>
          <a:pPr marL="0" lvl="0" indent="0" algn="l" defTabSz="711200">
            <a:lnSpc>
              <a:spcPct val="90000"/>
            </a:lnSpc>
            <a:spcBef>
              <a:spcPct val="0"/>
            </a:spcBef>
            <a:spcAft>
              <a:spcPct val="35000"/>
            </a:spcAft>
            <a:buNone/>
          </a:pPr>
          <a:r>
            <a:rPr lang="en-US" sz="1600" kern="1200"/>
            <a:t>State your answer to the mystery and suggest actions.</a:t>
          </a:r>
        </a:p>
      </dsp:txBody>
      <dsp:txXfrm>
        <a:off x="3961566" y="3846427"/>
        <a:ext cx="2210633" cy="102517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505FD5-36CD-FD42-AC7E-D6E46D1CFD26}">
      <dsp:nvSpPr>
        <dsp:cNvPr id="0" name=""/>
        <dsp:cNvSpPr/>
      </dsp:nvSpPr>
      <dsp:spPr>
        <a:xfrm>
          <a:off x="51" y="65731"/>
          <a:ext cx="4913783" cy="7200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kern="1200" dirty="0"/>
            <a:t>What to Include</a:t>
          </a:r>
        </a:p>
      </dsp:txBody>
      <dsp:txXfrm>
        <a:off x="51" y="65731"/>
        <a:ext cx="4913783" cy="720000"/>
      </dsp:txXfrm>
    </dsp:sp>
    <dsp:sp modelId="{A67F962B-972B-0B46-942A-986567B3BB30}">
      <dsp:nvSpPr>
        <dsp:cNvPr id="0" name=""/>
        <dsp:cNvSpPr/>
      </dsp:nvSpPr>
      <dsp:spPr>
        <a:xfrm>
          <a:off x="51" y="785731"/>
          <a:ext cx="4913783" cy="3499875"/>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a:t>﻿﻿Data sources used</a:t>
          </a:r>
        </a:p>
        <a:p>
          <a:pPr marL="228600" lvl="1" indent="-228600" algn="l" defTabSz="1111250">
            <a:lnSpc>
              <a:spcPct val="90000"/>
            </a:lnSpc>
            <a:spcBef>
              <a:spcPct val="0"/>
            </a:spcBef>
            <a:spcAft>
              <a:spcPct val="15000"/>
            </a:spcAft>
            <a:buChar char="•"/>
          </a:pPr>
          <a:r>
            <a:rPr lang="en-US" sz="2500" kern="1200" dirty="0"/>
            <a:t>Time period covered</a:t>
          </a:r>
        </a:p>
        <a:p>
          <a:pPr marL="228600" lvl="1" indent="-228600" algn="l" defTabSz="1111250">
            <a:lnSpc>
              <a:spcPct val="90000"/>
            </a:lnSpc>
            <a:spcBef>
              <a:spcPct val="0"/>
            </a:spcBef>
            <a:spcAft>
              <a:spcPct val="15000"/>
            </a:spcAft>
            <a:buChar char="•"/>
          </a:pPr>
          <a:r>
            <a:rPr lang="en-US" sz="2500" kern="1200"/>
            <a:t>Key variables analyzed</a:t>
          </a:r>
        </a:p>
        <a:p>
          <a:pPr marL="228600" lvl="1" indent="-228600" algn="l" defTabSz="1111250">
            <a:lnSpc>
              <a:spcPct val="90000"/>
            </a:lnSpc>
            <a:spcBef>
              <a:spcPct val="0"/>
            </a:spcBef>
            <a:spcAft>
              <a:spcPct val="15000"/>
            </a:spcAft>
            <a:buChar char="•"/>
          </a:pPr>
          <a:r>
            <a:rPr lang="en-US" sz="2500" kern="1200"/>
            <a:t>Analysis techniques</a:t>
          </a:r>
        </a:p>
        <a:p>
          <a:pPr marL="228600" lvl="1" indent="-228600" algn="l" defTabSz="1111250">
            <a:lnSpc>
              <a:spcPct val="90000"/>
            </a:lnSpc>
            <a:spcBef>
              <a:spcPct val="0"/>
            </a:spcBef>
            <a:spcAft>
              <a:spcPct val="15000"/>
            </a:spcAft>
            <a:buChar char="•"/>
          </a:pPr>
          <a:r>
            <a:rPr lang="en-US" sz="2500" kern="1200" dirty="0"/>
            <a:t>Any major data cleaning steps</a:t>
          </a:r>
        </a:p>
      </dsp:txBody>
      <dsp:txXfrm>
        <a:off x="51" y="785731"/>
        <a:ext cx="4913783" cy="3499875"/>
      </dsp:txXfrm>
    </dsp:sp>
    <dsp:sp modelId="{9BB099EF-2AA1-B44C-9C9F-230FB008C1E3}">
      <dsp:nvSpPr>
        <dsp:cNvPr id="0" name=""/>
        <dsp:cNvSpPr/>
      </dsp:nvSpPr>
      <dsp:spPr>
        <a:xfrm>
          <a:off x="5601764" y="65731"/>
          <a:ext cx="4913783" cy="7200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kern="1200" dirty="0">
              <a:solidFill>
                <a:schemeClr val="bg1"/>
              </a:solidFill>
              <a:latin typeface="Aptos" panose="020B0004020202020204" pitchFamily="34" charset="0"/>
              <a:ea typeface="Inter" pitchFamily="34" charset="-122"/>
              <a:cs typeface="Inter" pitchFamily="34" charset="-120"/>
            </a:rPr>
            <a:t>Example Statement</a:t>
          </a:r>
          <a:endParaRPr lang="en-US" sz="2500" b="1" kern="1200" dirty="0">
            <a:solidFill>
              <a:schemeClr val="bg1"/>
            </a:solidFill>
          </a:endParaRPr>
        </a:p>
      </dsp:txBody>
      <dsp:txXfrm>
        <a:off x="5601764" y="65731"/>
        <a:ext cx="4913783" cy="720000"/>
      </dsp:txXfrm>
    </dsp:sp>
    <dsp:sp modelId="{C21EDE2A-1FBB-1346-B90E-145536E635D2}">
      <dsp:nvSpPr>
        <dsp:cNvPr id="0" name=""/>
        <dsp:cNvSpPr/>
      </dsp:nvSpPr>
      <dsp:spPr>
        <a:xfrm>
          <a:off x="5601764" y="785731"/>
          <a:ext cx="4913783" cy="3499875"/>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None/>
          </a:pPr>
          <a:r>
            <a:rPr lang="en-US" sz="2500" kern="1200" dirty="0">
              <a:solidFill>
                <a:srgbClr val="000000"/>
              </a:solidFill>
              <a:latin typeface="Aptos" panose="020B0004020202020204" pitchFamily="34" charset="0"/>
              <a:ea typeface="Inter" pitchFamily="34" charset="-122"/>
              <a:cs typeface="Inter" pitchFamily="34" charset="-120"/>
            </a:rPr>
            <a:t>"We analyzed six years of monthly bee count data (2018-2023) alongside temperature and rainfall records. After cleaning and combining the datasets, we looked for patterns and correlations between bee populations and weather conditions."</a:t>
          </a:r>
          <a:endParaRPr lang="en-US" sz="2500" kern="1200" dirty="0">
            <a:latin typeface="Aptos" panose="020B0004020202020204" pitchFamily="34" charset="0"/>
          </a:endParaRPr>
        </a:p>
      </dsp:txBody>
      <dsp:txXfrm>
        <a:off x="5601764" y="785731"/>
        <a:ext cx="4913783" cy="349987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37256A-88AD-A94A-80FE-551EA24A6B24}">
      <dsp:nvSpPr>
        <dsp:cNvPr id="0" name=""/>
        <dsp:cNvSpPr/>
      </dsp:nvSpPr>
      <dsp:spPr>
        <a:xfrm>
          <a:off x="51" y="221556"/>
          <a:ext cx="4913783" cy="6336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dirty="0"/>
            <a:t>Visual Evidence</a:t>
          </a:r>
        </a:p>
      </dsp:txBody>
      <dsp:txXfrm>
        <a:off x="51" y="221556"/>
        <a:ext cx="4913783" cy="633600"/>
      </dsp:txXfrm>
    </dsp:sp>
    <dsp:sp modelId="{DB6159B1-8710-5B42-820B-A0C7AB0DB1C5}">
      <dsp:nvSpPr>
        <dsp:cNvPr id="0" name=""/>
        <dsp:cNvSpPr/>
      </dsp:nvSpPr>
      <dsp:spPr>
        <a:xfrm>
          <a:off x="51" y="855156"/>
          <a:ext cx="4913783" cy="249674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None/>
          </a:pPr>
          <a:r>
            <a:rPr lang="en-US" sz="2200" b="0" kern="1200" dirty="0"/>
            <a:t>Include a simple graph showing bee counts dropping as temperature rises.</a:t>
          </a:r>
          <a:endParaRPr lang="en-US" sz="2200" kern="1200" dirty="0"/>
        </a:p>
        <a:p>
          <a:pPr marL="228600" lvl="1" indent="-228600" algn="l" defTabSz="977900">
            <a:lnSpc>
              <a:spcPct val="90000"/>
            </a:lnSpc>
            <a:spcBef>
              <a:spcPct val="0"/>
            </a:spcBef>
            <a:spcAft>
              <a:spcPct val="15000"/>
            </a:spcAft>
            <a:buNone/>
          </a:pPr>
          <a:r>
            <a:rPr lang="en-US" sz="2200" b="0" kern="1200" dirty="0"/>
            <a:t>Highlight the key correlation values that support your conclusion.</a:t>
          </a:r>
        </a:p>
      </dsp:txBody>
      <dsp:txXfrm>
        <a:off x="51" y="855156"/>
        <a:ext cx="4913783" cy="2496749"/>
      </dsp:txXfrm>
    </dsp:sp>
    <dsp:sp modelId="{44D8D27F-DCCE-6348-92EE-C29F440DFAB9}">
      <dsp:nvSpPr>
        <dsp:cNvPr id="0" name=""/>
        <dsp:cNvSpPr/>
      </dsp:nvSpPr>
      <dsp:spPr>
        <a:xfrm>
          <a:off x="5601764" y="221556"/>
          <a:ext cx="4913783" cy="6336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dirty="0">
              <a:solidFill>
                <a:schemeClr val="bg1"/>
              </a:solidFill>
              <a:latin typeface="Aptos" panose="020B0004020202020204" pitchFamily="34" charset="0"/>
              <a:ea typeface="Inter" pitchFamily="34" charset="-122"/>
              <a:cs typeface="Inter" pitchFamily="34" charset="-120"/>
            </a:rPr>
            <a:t>Example Statement</a:t>
          </a:r>
          <a:endParaRPr lang="en-US" sz="2200" kern="1200" dirty="0"/>
        </a:p>
      </dsp:txBody>
      <dsp:txXfrm>
        <a:off x="5601764" y="221556"/>
        <a:ext cx="4913783" cy="633600"/>
      </dsp:txXfrm>
    </dsp:sp>
    <dsp:sp modelId="{7E63C1FB-FF65-CE4D-8827-364C50172305}">
      <dsp:nvSpPr>
        <dsp:cNvPr id="0" name=""/>
        <dsp:cNvSpPr/>
      </dsp:nvSpPr>
      <dsp:spPr>
        <a:xfrm>
          <a:off x="5601764" y="855156"/>
          <a:ext cx="4913783" cy="2496749"/>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None/>
          </a:pPr>
          <a:r>
            <a:rPr lang="en-US" sz="2200" b="0" kern="1200" dirty="0"/>
            <a:t>"We found that bee counts were lowest in the hottest months. When average monthly temperature rose above 30°C, bee counts dropped by about 30%. The bees consistently recovered when temperatures moderated in late summer."</a:t>
          </a:r>
          <a:endParaRPr lang="en-US" sz="2200" kern="1200" dirty="0"/>
        </a:p>
      </dsp:txBody>
      <dsp:txXfrm>
        <a:off x="5601764" y="855156"/>
        <a:ext cx="4913783" cy="249674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603272-DF41-4A1A-BF18-614265BE3482}">
      <dsp:nvSpPr>
        <dsp:cNvPr id="0" name=""/>
        <dsp:cNvSpPr/>
      </dsp:nvSpPr>
      <dsp:spPr>
        <a:xfrm>
          <a:off x="0" y="436"/>
          <a:ext cx="10515600" cy="10205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DB27EF-798D-4E78-8B1B-3608783D2F62}">
      <dsp:nvSpPr>
        <dsp:cNvPr id="0" name=""/>
        <dsp:cNvSpPr/>
      </dsp:nvSpPr>
      <dsp:spPr>
        <a:xfrm>
          <a:off x="308726" y="230067"/>
          <a:ext cx="561320" cy="5613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B7B8DBB-66E2-40C8-AE4B-27343B4056CF}">
      <dsp:nvSpPr>
        <dsp:cNvPr id="0" name=""/>
        <dsp:cNvSpPr/>
      </dsp:nvSpPr>
      <dsp:spPr>
        <a:xfrm>
          <a:off x="1178772" y="436"/>
          <a:ext cx="4732020" cy="1020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012" tIns="108012" rIns="108012" bIns="108012" numCol="1" spcCol="1270" anchor="ctr" anchorCtr="0">
          <a:noAutofit/>
        </a:bodyPr>
        <a:lstStyle/>
        <a:p>
          <a:pPr marL="0" lvl="0" indent="0" algn="l" defTabSz="844550">
            <a:lnSpc>
              <a:spcPct val="90000"/>
            </a:lnSpc>
            <a:spcBef>
              <a:spcPct val="0"/>
            </a:spcBef>
            <a:spcAft>
              <a:spcPct val="35000"/>
            </a:spcAft>
            <a:buNone/>
          </a:pPr>
          <a:r>
            <a:rPr lang="en-US" sz="1900" kern="1200"/>
            <a:t>Reflect on the hardest part</a:t>
          </a:r>
        </a:p>
      </dsp:txBody>
      <dsp:txXfrm>
        <a:off x="1178772" y="436"/>
        <a:ext cx="4732020" cy="1020582"/>
      </dsp:txXfrm>
    </dsp:sp>
    <dsp:sp modelId="{059EEC92-31EE-4F69-849D-1BEB4FA604D0}">
      <dsp:nvSpPr>
        <dsp:cNvPr id="0" name=""/>
        <dsp:cNvSpPr/>
      </dsp:nvSpPr>
      <dsp:spPr>
        <a:xfrm>
          <a:off x="5910792" y="436"/>
          <a:ext cx="4604807" cy="1020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012" tIns="108012" rIns="108012" bIns="108012" numCol="1" spcCol="1270" anchor="ctr" anchorCtr="0">
          <a:noAutofit/>
        </a:bodyPr>
        <a:lstStyle/>
        <a:p>
          <a:pPr marL="0" lvl="0" indent="0" algn="l" defTabSz="666750">
            <a:lnSpc>
              <a:spcPct val="90000"/>
            </a:lnSpc>
            <a:spcBef>
              <a:spcPct val="0"/>
            </a:spcBef>
            <a:spcAft>
              <a:spcPct val="35000"/>
            </a:spcAft>
            <a:buNone/>
          </a:pPr>
          <a:r>
            <a:rPr lang="en-US" sz="1500" kern="1200"/>
            <a:t>Was it data wrangling, merging datasets, or handling outliers?</a:t>
          </a:r>
        </a:p>
      </dsp:txBody>
      <dsp:txXfrm>
        <a:off x="5910792" y="436"/>
        <a:ext cx="4604807" cy="1020582"/>
      </dsp:txXfrm>
    </dsp:sp>
    <dsp:sp modelId="{D1930FD5-8C21-46E4-A845-60159A35D034}">
      <dsp:nvSpPr>
        <dsp:cNvPr id="0" name=""/>
        <dsp:cNvSpPr/>
      </dsp:nvSpPr>
      <dsp:spPr>
        <a:xfrm>
          <a:off x="0" y="1276164"/>
          <a:ext cx="10515600" cy="10205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536D8E-DF7F-4FA4-A33F-D8E98910B761}">
      <dsp:nvSpPr>
        <dsp:cNvPr id="0" name=""/>
        <dsp:cNvSpPr/>
      </dsp:nvSpPr>
      <dsp:spPr>
        <a:xfrm>
          <a:off x="308726" y="1505795"/>
          <a:ext cx="561320" cy="5613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98E325-F3FB-4255-BDB5-05F0E96728CE}">
      <dsp:nvSpPr>
        <dsp:cNvPr id="0" name=""/>
        <dsp:cNvSpPr/>
      </dsp:nvSpPr>
      <dsp:spPr>
        <a:xfrm>
          <a:off x="1178772" y="1276164"/>
          <a:ext cx="4732020" cy="1020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012" tIns="108012" rIns="108012" bIns="108012" numCol="1" spcCol="1270" anchor="ctr" anchorCtr="0">
          <a:noAutofit/>
        </a:bodyPr>
        <a:lstStyle/>
        <a:p>
          <a:pPr marL="0" lvl="0" indent="0" algn="l" defTabSz="844550">
            <a:lnSpc>
              <a:spcPct val="90000"/>
            </a:lnSpc>
            <a:spcBef>
              <a:spcPct val="0"/>
            </a:spcBef>
            <a:spcAft>
              <a:spcPct val="35000"/>
            </a:spcAft>
            <a:buNone/>
          </a:pPr>
          <a:r>
            <a:rPr lang="en-US" sz="1900" kern="1200"/>
            <a:t xml:space="preserve">Consider what you’d do if no clear pattern emerged (e.g., no correlation with weather) </a:t>
          </a:r>
        </a:p>
      </dsp:txBody>
      <dsp:txXfrm>
        <a:off x="1178772" y="1276164"/>
        <a:ext cx="4732020" cy="1020582"/>
      </dsp:txXfrm>
    </dsp:sp>
    <dsp:sp modelId="{ACD4274D-641D-4E07-8552-B7B39A831A1F}">
      <dsp:nvSpPr>
        <dsp:cNvPr id="0" name=""/>
        <dsp:cNvSpPr/>
      </dsp:nvSpPr>
      <dsp:spPr>
        <a:xfrm>
          <a:off x="5910792" y="1276164"/>
          <a:ext cx="4604807" cy="1020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012" tIns="108012" rIns="108012" bIns="108012" numCol="1" spcCol="1270" anchor="ctr" anchorCtr="0">
          <a:noAutofit/>
        </a:bodyPr>
        <a:lstStyle/>
        <a:p>
          <a:pPr marL="0" lvl="0" indent="0" algn="l" defTabSz="666750">
            <a:lnSpc>
              <a:spcPct val="90000"/>
            </a:lnSpc>
            <a:spcBef>
              <a:spcPct val="0"/>
            </a:spcBef>
            <a:spcAft>
              <a:spcPct val="35000"/>
            </a:spcAft>
            <a:buNone/>
          </a:pPr>
          <a:r>
            <a:rPr lang="en-US" sz="1500" kern="1200"/>
            <a:t>Would you collect more data or try a different analysis?</a:t>
          </a:r>
        </a:p>
      </dsp:txBody>
      <dsp:txXfrm>
        <a:off x="5910792" y="1276164"/>
        <a:ext cx="4604807" cy="1020582"/>
      </dsp:txXfrm>
    </dsp:sp>
    <dsp:sp modelId="{3263A447-EB1C-46BD-8002-A05E70F01525}">
      <dsp:nvSpPr>
        <dsp:cNvPr id="0" name=""/>
        <dsp:cNvSpPr/>
      </dsp:nvSpPr>
      <dsp:spPr>
        <a:xfrm>
          <a:off x="0" y="2551892"/>
          <a:ext cx="10515600" cy="10205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E86A6C-BA47-4089-9E91-6007CC4D6C95}">
      <dsp:nvSpPr>
        <dsp:cNvPr id="0" name=""/>
        <dsp:cNvSpPr/>
      </dsp:nvSpPr>
      <dsp:spPr>
        <a:xfrm>
          <a:off x="308726" y="2781523"/>
          <a:ext cx="561320" cy="5613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96BAE6D-FBB8-4725-8922-D5C1CB37489A}">
      <dsp:nvSpPr>
        <dsp:cNvPr id="0" name=""/>
        <dsp:cNvSpPr/>
      </dsp:nvSpPr>
      <dsp:spPr>
        <a:xfrm>
          <a:off x="1178772" y="2551892"/>
          <a:ext cx="9336827" cy="1020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012" tIns="108012" rIns="108012" bIns="108012" numCol="1" spcCol="1270" anchor="ctr" anchorCtr="0">
          <a:noAutofit/>
        </a:bodyPr>
        <a:lstStyle/>
        <a:p>
          <a:pPr marL="0" lvl="0" indent="0" algn="l" defTabSz="844550">
            <a:lnSpc>
              <a:spcPct val="90000"/>
            </a:lnSpc>
            <a:spcBef>
              <a:spcPct val="0"/>
            </a:spcBef>
            <a:spcAft>
              <a:spcPct val="35000"/>
            </a:spcAft>
            <a:buNone/>
          </a:pPr>
          <a:r>
            <a:rPr lang="en-US" sz="1900" kern="1200"/>
            <a:t>Think about how breaking the task into steps (planning, cleaning, exploring, etc.) helped you manage a complex problem.</a:t>
          </a:r>
        </a:p>
      </dsp:txBody>
      <dsp:txXfrm>
        <a:off x="1178772" y="2551892"/>
        <a:ext cx="9336827" cy="102058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EF72CF-5DFA-CF48-BD39-39A462D028B9}">
      <dsp:nvSpPr>
        <dsp:cNvPr id="0" name=""/>
        <dsp:cNvSpPr/>
      </dsp:nvSpPr>
      <dsp:spPr>
        <a:xfrm>
          <a:off x="0" y="107937"/>
          <a:ext cx="5462588" cy="1088294"/>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marL="0" lvl="0" indent="0" algn="ctr" defTabSz="1289050">
            <a:lnSpc>
              <a:spcPct val="90000"/>
            </a:lnSpc>
            <a:spcBef>
              <a:spcPct val="0"/>
            </a:spcBef>
            <a:spcAft>
              <a:spcPct val="35000"/>
            </a:spcAft>
            <a:buNone/>
          </a:pPr>
          <a:r>
            <a:rPr lang="en-US" sz="2900" kern="1200" dirty="0"/>
            <a:t>Understanding the subject matter helps you</a:t>
          </a:r>
        </a:p>
      </dsp:txBody>
      <dsp:txXfrm>
        <a:off x="0" y="107937"/>
        <a:ext cx="5462588" cy="1088294"/>
      </dsp:txXfrm>
    </dsp:sp>
    <dsp:sp modelId="{6F8D9317-485F-5945-8D58-09C58993F404}">
      <dsp:nvSpPr>
        <dsp:cNvPr id="0" name=""/>
        <dsp:cNvSpPr/>
      </dsp:nvSpPr>
      <dsp:spPr>
        <a:xfrm>
          <a:off x="0" y="1196231"/>
          <a:ext cx="5462588" cy="2268742"/>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l" defTabSz="1289050">
            <a:lnSpc>
              <a:spcPct val="90000"/>
            </a:lnSpc>
            <a:spcBef>
              <a:spcPct val="0"/>
            </a:spcBef>
            <a:spcAft>
              <a:spcPct val="15000"/>
            </a:spcAft>
            <a:buChar char="•"/>
          </a:pPr>
          <a:r>
            <a:rPr lang="en-US" sz="2900" kern="1200" dirty="0"/>
            <a:t>﻿﻿Form better hypotheses</a:t>
          </a:r>
        </a:p>
        <a:p>
          <a:pPr marL="285750" lvl="1" indent="-285750" algn="l" defTabSz="1289050">
            <a:lnSpc>
              <a:spcPct val="90000"/>
            </a:lnSpc>
            <a:spcBef>
              <a:spcPct val="0"/>
            </a:spcBef>
            <a:spcAft>
              <a:spcPct val="15000"/>
            </a:spcAft>
            <a:buChar char="•"/>
          </a:pPr>
          <a:r>
            <a:rPr lang="en-US" sz="2900" kern="1200"/>
            <a:t>Identify relevant variables</a:t>
          </a:r>
        </a:p>
        <a:p>
          <a:pPr marL="285750" lvl="1" indent="-285750" algn="l" defTabSz="1289050">
            <a:lnSpc>
              <a:spcPct val="90000"/>
            </a:lnSpc>
            <a:spcBef>
              <a:spcPct val="0"/>
            </a:spcBef>
            <a:spcAft>
              <a:spcPct val="15000"/>
            </a:spcAft>
            <a:buChar char="•"/>
          </a:pPr>
          <a:r>
            <a:rPr lang="en-US" sz="2900" kern="1200"/>
            <a:t>Spot suspicious data points</a:t>
          </a:r>
        </a:p>
        <a:p>
          <a:pPr marL="285750" lvl="1" indent="-285750" algn="l" defTabSz="1289050">
            <a:lnSpc>
              <a:spcPct val="90000"/>
            </a:lnSpc>
            <a:spcBef>
              <a:spcPct val="0"/>
            </a:spcBef>
            <a:spcAft>
              <a:spcPct val="15000"/>
            </a:spcAft>
            <a:buChar char="•"/>
          </a:pPr>
          <a:r>
            <a:rPr lang="en-US" sz="2900" kern="1200"/>
            <a:t>Interpret results meaningfully</a:t>
          </a:r>
        </a:p>
      </dsp:txBody>
      <dsp:txXfrm>
        <a:off x="0" y="1196231"/>
        <a:ext cx="5462588" cy="2268742"/>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B3146E-F6A3-455D-A8F7-7C094566E426}" type="datetimeFigureOut">
              <a:rPr lang="en-US" smtClean="0"/>
              <a:t>4/21/2026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867100-4AF5-4440-9AA8-F24E6DD39EB4}" type="slidenum">
              <a:rPr lang="en-US" smtClean="0"/>
              <a:t>‹#›</a:t>
            </a:fld>
            <a:endParaRPr lang="en-US"/>
          </a:p>
        </p:txBody>
      </p:sp>
    </p:spTree>
    <p:extLst>
      <p:ext uri="{BB962C8B-B14F-4D97-AF65-F5344CB8AC3E}">
        <p14:creationId xmlns:p14="http://schemas.microsoft.com/office/powerpoint/2010/main" val="4083729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867100-4AF5-4440-9AA8-F24E6DD39EB4}" type="slidenum">
              <a:rPr lang="en-US" smtClean="0"/>
              <a:t>2</a:t>
            </a:fld>
            <a:endParaRPr lang="en-US"/>
          </a:p>
        </p:txBody>
      </p:sp>
    </p:spTree>
    <p:extLst>
      <p:ext uri="{BB962C8B-B14F-4D97-AF65-F5344CB8AC3E}">
        <p14:creationId xmlns:p14="http://schemas.microsoft.com/office/powerpoint/2010/main" val="3283109010"/>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CF46D04F-A2E9-9037-5671-AE76970CC35D}"/>
              </a:ext>
            </a:extLst>
          </p:cNvPr>
          <p:cNvSpPr/>
          <p:nvPr userDrawn="1"/>
        </p:nvSpPr>
        <p:spPr>
          <a:xfrm>
            <a:off x="65675" y="3778845"/>
            <a:ext cx="3849574" cy="2942629"/>
          </a:xfrm>
          <a:prstGeom prst="rtTriangle">
            <a:avLst/>
          </a:prstGeom>
          <a:solidFill>
            <a:srgbClr val="0026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8C0CB8-D0C2-1404-F91A-420744DD29B1}"/>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B64EACBD-CAF3-E652-16CC-1B0FAD472C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30A456-AC01-F904-F218-7B4540D7D75B}"/>
              </a:ext>
            </a:extLst>
          </p:cNvPr>
          <p:cNvSpPr>
            <a:spLocks noGrp="1"/>
          </p:cNvSpPr>
          <p:nvPr>
            <p:ph type="dt" sz="half" idx="10"/>
          </p:nvPr>
        </p:nvSpPr>
        <p:spPr/>
        <p:txBody>
          <a:bodyPr/>
          <a:lstStyle>
            <a:lvl1pPr>
              <a:defRPr>
                <a:solidFill>
                  <a:schemeClr val="bg1"/>
                </a:solidFill>
              </a:defRPr>
            </a:lvl1pPr>
          </a:lstStyle>
          <a:p>
            <a:fld id="{A08589DF-59BF-4BA7-8495-56F0F1B65344}" type="datetimeFigureOut">
              <a:rPr lang="en-US" smtClean="0"/>
              <a:pPr/>
              <a:t>4/21/2026</a:t>
            </a:fld>
            <a:endParaRPr lang="en-US" dirty="0"/>
          </a:p>
        </p:txBody>
      </p:sp>
      <p:sp>
        <p:nvSpPr>
          <p:cNvPr id="5" name="Footer Placeholder 4">
            <a:extLst>
              <a:ext uri="{FF2B5EF4-FFF2-40B4-BE49-F238E27FC236}">
                <a16:creationId xmlns:a16="http://schemas.microsoft.com/office/drawing/2014/main" id="{8744CB47-B3B7-6135-DE12-0C6A78EAA3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4E3DA9-A3A9-44B9-1EE5-DEE572AFBD0B}"/>
              </a:ext>
            </a:extLst>
          </p:cNvPr>
          <p:cNvSpPr>
            <a:spLocks noGrp="1"/>
          </p:cNvSpPr>
          <p:nvPr>
            <p:ph type="sldNum" sz="quarter" idx="12"/>
          </p:nvPr>
        </p:nvSpPr>
        <p:spPr/>
        <p:txBody>
          <a:bodyPr/>
          <a:lstStyle/>
          <a:p>
            <a:fld id="{B893C485-DB5A-4C7E-867A-4FFBAFD4DD2E}" type="slidenum">
              <a:rPr lang="en-US" smtClean="0"/>
              <a:t>‹#›</a:t>
            </a:fld>
            <a:endParaRPr lang="en-US"/>
          </a:p>
        </p:txBody>
      </p:sp>
      <p:sp>
        <p:nvSpPr>
          <p:cNvPr id="8" name="Rectangle 7">
            <a:extLst>
              <a:ext uri="{FF2B5EF4-FFF2-40B4-BE49-F238E27FC236}">
                <a16:creationId xmlns:a16="http://schemas.microsoft.com/office/drawing/2014/main" id="{5571BE6C-6E5B-8994-D6FC-7B0CF7008156}"/>
              </a:ext>
            </a:extLst>
          </p:cNvPr>
          <p:cNvSpPr/>
          <p:nvPr userDrawn="1"/>
        </p:nvSpPr>
        <p:spPr>
          <a:xfrm rot="2253748">
            <a:off x="-395637" y="5046769"/>
            <a:ext cx="5087528" cy="134460"/>
          </a:xfrm>
          <a:prstGeom prst="rect">
            <a:avLst/>
          </a:prstGeom>
          <a:solidFill>
            <a:srgbClr val="0026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9377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228F5-7EB8-E462-7F02-DEC7DD59DC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08FE9F-8043-0471-3245-103B670275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5662F2-0F81-38B4-96ED-B28DF9DDA87F}"/>
              </a:ext>
            </a:extLst>
          </p:cNvPr>
          <p:cNvSpPr>
            <a:spLocks noGrp="1"/>
          </p:cNvSpPr>
          <p:nvPr>
            <p:ph type="dt" sz="half" idx="10"/>
          </p:nvPr>
        </p:nvSpPr>
        <p:spPr/>
        <p:txBody>
          <a:bodyPr/>
          <a:lstStyle/>
          <a:p>
            <a:fld id="{A08589DF-59BF-4BA7-8495-56F0F1B65344}" type="datetimeFigureOut">
              <a:rPr lang="en-US" smtClean="0"/>
              <a:t>4/21/2026</a:t>
            </a:fld>
            <a:endParaRPr lang="en-US"/>
          </a:p>
        </p:txBody>
      </p:sp>
      <p:sp>
        <p:nvSpPr>
          <p:cNvPr id="5" name="Footer Placeholder 4">
            <a:extLst>
              <a:ext uri="{FF2B5EF4-FFF2-40B4-BE49-F238E27FC236}">
                <a16:creationId xmlns:a16="http://schemas.microsoft.com/office/drawing/2014/main" id="{E04059D3-130F-CB1C-C4BD-AB74DE5C8E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701768-0D49-C454-6289-60FB4C0AA2D9}"/>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2383453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005EB2AA-5849-99F5-8BFB-632AC33BE750}"/>
              </a:ext>
            </a:extLst>
          </p:cNvPr>
          <p:cNvSpPr/>
          <p:nvPr userDrawn="1"/>
        </p:nvSpPr>
        <p:spPr>
          <a:xfrm>
            <a:off x="65675" y="4703350"/>
            <a:ext cx="3000849" cy="2018124"/>
          </a:xfrm>
          <a:prstGeom prst="rtTriangle">
            <a:avLst/>
          </a:prstGeom>
          <a:solidFill>
            <a:srgbClr val="0026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CA21169-83DD-8851-E599-FEA45E149DDB}"/>
              </a:ext>
            </a:extLst>
          </p:cNvPr>
          <p:cNvSpPr>
            <a:spLocks noGrp="1"/>
          </p:cNvSpPr>
          <p:nvPr>
            <p:ph type="title"/>
          </p:nvPr>
        </p:nvSpPr>
        <p:spPr>
          <a:xfrm>
            <a:off x="1631774" y="1709738"/>
            <a:ext cx="9715675" cy="2357069"/>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E8FA66E-E2F5-038E-BF7C-F544B78441A8}"/>
              </a:ext>
            </a:extLst>
          </p:cNvPr>
          <p:cNvSpPr>
            <a:spLocks noGrp="1"/>
          </p:cNvSpPr>
          <p:nvPr>
            <p:ph type="body" idx="1"/>
          </p:nvPr>
        </p:nvSpPr>
        <p:spPr>
          <a:xfrm>
            <a:off x="1677242" y="4289092"/>
            <a:ext cx="9670207" cy="1369073"/>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8CDE55D8-8CBA-9F43-B01D-D7082DC964C2}"/>
              </a:ext>
            </a:extLst>
          </p:cNvPr>
          <p:cNvSpPr>
            <a:spLocks noGrp="1"/>
          </p:cNvSpPr>
          <p:nvPr>
            <p:ph type="dt" sz="half" idx="10"/>
          </p:nvPr>
        </p:nvSpPr>
        <p:spPr/>
        <p:txBody>
          <a:bodyPr/>
          <a:lstStyle>
            <a:lvl1pPr>
              <a:defRPr>
                <a:solidFill>
                  <a:schemeClr val="bg1"/>
                </a:solidFill>
              </a:defRPr>
            </a:lvl1pPr>
          </a:lstStyle>
          <a:p>
            <a:fld id="{A08589DF-59BF-4BA7-8495-56F0F1B65344}" type="datetimeFigureOut">
              <a:rPr lang="en-US" smtClean="0"/>
              <a:pPr/>
              <a:t>4/21/2026</a:t>
            </a:fld>
            <a:endParaRPr lang="en-US" dirty="0"/>
          </a:p>
        </p:txBody>
      </p:sp>
      <p:sp>
        <p:nvSpPr>
          <p:cNvPr id="5" name="Footer Placeholder 4">
            <a:extLst>
              <a:ext uri="{FF2B5EF4-FFF2-40B4-BE49-F238E27FC236}">
                <a16:creationId xmlns:a16="http://schemas.microsoft.com/office/drawing/2014/main" id="{48B051CF-3BF6-AF09-6011-B52C3C6830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034DF-802E-7327-8627-9511A495EA58}"/>
              </a:ext>
            </a:extLst>
          </p:cNvPr>
          <p:cNvSpPr>
            <a:spLocks noGrp="1"/>
          </p:cNvSpPr>
          <p:nvPr>
            <p:ph type="sldNum" sz="quarter" idx="12"/>
          </p:nvPr>
        </p:nvSpPr>
        <p:spPr/>
        <p:txBody>
          <a:bodyPr/>
          <a:lstStyle/>
          <a:p>
            <a:fld id="{B893C485-DB5A-4C7E-867A-4FFBAFD4DD2E}" type="slidenum">
              <a:rPr lang="en-US" smtClean="0"/>
              <a:t>‹#›</a:t>
            </a:fld>
            <a:endParaRPr lang="en-US"/>
          </a:p>
        </p:txBody>
      </p:sp>
      <p:sp>
        <p:nvSpPr>
          <p:cNvPr id="8" name="Rectangle 7">
            <a:extLst>
              <a:ext uri="{FF2B5EF4-FFF2-40B4-BE49-F238E27FC236}">
                <a16:creationId xmlns:a16="http://schemas.microsoft.com/office/drawing/2014/main" id="{3D31E67B-A6F8-DF75-FF70-FDB89861438B}"/>
              </a:ext>
            </a:extLst>
          </p:cNvPr>
          <p:cNvSpPr/>
          <p:nvPr userDrawn="1"/>
        </p:nvSpPr>
        <p:spPr>
          <a:xfrm rot="2037324">
            <a:off x="-227242" y="5530392"/>
            <a:ext cx="3899903" cy="111444"/>
          </a:xfrm>
          <a:prstGeom prst="rect">
            <a:avLst/>
          </a:prstGeom>
          <a:solidFill>
            <a:srgbClr val="00263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6567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70E4A-4368-4C69-3C64-37AFD71E52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F0C132-4FE6-22EA-BAA6-8CA300CAE8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F67368-3DE6-C552-433F-568EC0B615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DD78C7-6BC7-56DC-CA02-5C90A7A9C46E}"/>
              </a:ext>
            </a:extLst>
          </p:cNvPr>
          <p:cNvSpPr>
            <a:spLocks noGrp="1"/>
          </p:cNvSpPr>
          <p:nvPr>
            <p:ph type="dt" sz="half" idx="10"/>
          </p:nvPr>
        </p:nvSpPr>
        <p:spPr/>
        <p:txBody>
          <a:bodyPr/>
          <a:lstStyle/>
          <a:p>
            <a:fld id="{A08589DF-59BF-4BA7-8495-56F0F1B65344}" type="datetimeFigureOut">
              <a:rPr lang="en-US" smtClean="0"/>
              <a:t>4/21/2026</a:t>
            </a:fld>
            <a:endParaRPr lang="en-US"/>
          </a:p>
        </p:txBody>
      </p:sp>
      <p:sp>
        <p:nvSpPr>
          <p:cNvPr id="6" name="Footer Placeholder 5">
            <a:extLst>
              <a:ext uri="{FF2B5EF4-FFF2-40B4-BE49-F238E27FC236}">
                <a16:creationId xmlns:a16="http://schemas.microsoft.com/office/drawing/2014/main" id="{3F2F206C-92E1-28B7-AB9E-7FD2BB751A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892DCA-BE48-5290-3278-3EC28D13C234}"/>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2619019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12AE3-93B7-61C1-B756-59838E053A9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0E1FB3-F727-DBA4-FBA9-234073858C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1F2CAC-BACD-7BE3-43DD-71043AC67F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9B31440-2DA2-FA84-9167-5FC181DCAF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78932E-9F32-AA7A-2F1E-17F50265BE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7CD880-75C8-7990-30C3-51E10FE870E9}"/>
              </a:ext>
            </a:extLst>
          </p:cNvPr>
          <p:cNvSpPr>
            <a:spLocks noGrp="1"/>
          </p:cNvSpPr>
          <p:nvPr>
            <p:ph type="dt" sz="half" idx="10"/>
          </p:nvPr>
        </p:nvSpPr>
        <p:spPr/>
        <p:txBody>
          <a:bodyPr/>
          <a:lstStyle/>
          <a:p>
            <a:fld id="{A08589DF-59BF-4BA7-8495-56F0F1B65344}" type="datetimeFigureOut">
              <a:rPr lang="en-US" smtClean="0"/>
              <a:t>4/21/2026</a:t>
            </a:fld>
            <a:endParaRPr lang="en-US"/>
          </a:p>
        </p:txBody>
      </p:sp>
      <p:sp>
        <p:nvSpPr>
          <p:cNvPr id="8" name="Footer Placeholder 7">
            <a:extLst>
              <a:ext uri="{FF2B5EF4-FFF2-40B4-BE49-F238E27FC236}">
                <a16:creationId xmlns:a16="http://schemas.microsoft.com/office/drawing/2014/main" id="{9DDEF02E-78D7-F804-7839-C3354BF3F0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595FA79-FDE3-8906-39A3-A5C937F0834F}"/>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170275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7978E-2D2F-D341-2FA9-7D6D8ABF6F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C267CD-2EC9-4F23-858C-B85DCE903D46}"/>
              </a:ext>
            </a:extLst>
          </p:cNvPr>
          <p:cNvSpPr>
            <a:spLocks noGrp="1"/>
          </p:cNvSpPr>
          <p:nvPr>
            <p:ph type="dt" sz="half" idx="10"/>
          </p:nvPr>
        </p:nvSpPr>
        <p:spPr/>
        <p:txBody>
          <a:bodyPr/>
          <a:lstStyle/>
          <a:p>
            <a:fld id="{A08589DF-59BF-4BA7-8495-56F0F1B65344}" type="datetimeFigureOut">
              <a:rPr lang="en-US" smtClean="0"/>
              <a:t>4/21/2026</a:t>
            </a:fld>
            <a:endParaRPr lang="en-US"/>
          </a:p>
        </p:txBody>
      </p:sp>
      <p:sp>
        <p:nvSpPr>
          <p:cNvPr id="4" name="Footer Placeholder 3">
            <a:extLst>
              <a:ext uri="{FF2B5EF4-FFF2-40B4-BE49-F238E27FC236}">
                <a16:creationId xmlns:a16="http://schemas.microsoft.com/office/drawing/2014/main" id="{F325F275-AA05-AA90-BFF9-94CFF0801A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CE8933A-5A98-47C0-0FDC-35C9BCEA33B8}"/>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505175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3A021B-9E90-5F87-7450-DC7257801FE9}"/>
              </a:ext>
            </a:extLst>
          </p:cNvPr>
          <p:cNvSpPr>
            <a:spLocks noGrp="1"/>
          </p:cNvSpPr>
          <p:nvPr>
            <p:ph type="dt" sz="half" idx="10"/>
          </p:nvPr>
        </p:nvSpPr>
        <p:spPr/>
        <p:txBody>
          <a:bodyPr/>
          <a:lstStyle/>
          <a:p>
            <a:fld id="{A08589DF-59BF-4BA7-8495-56F0F1B65344}" type="datetimeFigureOut">
              <a:rPr lang="en-US" smtClean="0"/>
              <a:t>4/21/2026</a:t>
            </a:fld>
            <a:endParaRPr lang="en-US"/>
          </a:p>
        </p:txBody>
      </p:sp>
      <p:sp>
        <p:nvSpPr>
          <p:cNvPr id="3" name="Footer Placeholder 2">
            <a:extLst>
              <a:ext uri="{FF2B5EF4-FFF2-40B4-BE49-F238E27FC236}">
                <a16:creationId xmlns:a16="http://schemas.microsoft.com/office/drawing/2014/main" id="{227CC1AD-0010-A189-0E43-BE96BA395D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EF2B049-6B92-60D9-D26F-9C4603F930A6}"/>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3629092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D372C-E996-AF0C-1FE4-F8CE41D2CC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602E048-3033-FD5E-D3EE-710DA0B00E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110ED7-5C65-0E15-895B-7C830D74A5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D0457B-797B-C6DE-EC6A-CB73EB2600E4}"/>
              </a:ext>
            </a:extLst>
          </p:cNvPr>
          <p:cNvSpPr>
            <a:spLocks noGrp="1"/>
          </p:cNvSpPr>
          <p:nvPr>
            <p:ph type="dt" sz="half" idx="10"/>
          </p:nvPr>
        </p:nvSpPr>
        <p:spPr/>
        <p:txBody>
          <a:bodyPr/>
          <a:lstStyle/>
          <a:p>
            <a:fld id="{A08589DF-59BF-4BA7-8495-56F0F1B65344}" type="datetimeFigureOut">
              <a:rPr lang="en-US" smtClean="0"/>
              <a:t>4/21/2026</a:t>
            </a:fld>
            <a:endParaRPr lang="en-US"/>
          </a:p>
        </p:txBody>
      </p:sp>
      <p:sp>
        <p:nvSpPr>
          <p:cNvPr id="6" name="Footer Placeholder 5">
            <a:extLst>
              <a:ext uri="{FF2B5EF4-FFF2-40B4-BE49-F238E27FC236}">
                <a16:creationId xmlns:a16="http://schemas.microsoft.com/office/drawing/2014/main" id="{5030F16C-84B6-9D3E-10C7-4B359FD7BE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9A5764-25FE-49B4-7825-61267D9E518D}"/>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2251350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FA7B5-D51E-0EBA-DA75-9E1B863928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0D8D80-69D5-682D-6788-8F3A452533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2C84A4-2F9F-DC4F-74C1-19F1EB3CFB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980B86-C717-EA60-2269-392FD0F72C59}"/>
              </a:ext>
            </a:extLst>
          </p:cNvPr>
          <p:cNvSpPr>
            <a:spLocks noGrp="1"/>
          </p:cNvSpPr>
          <p:nvPr>
            <p:ph type="dt" sz="half" idx="10"/>
          </p:nvPr>
        </p:nvSpPr>
        <p:spPr/>
        <p:txBody>
          <a:bodyPr/>
          <a:lstStyle/>
          <a:p>
            <a:fld id="{A08589DF-59BF-4BA7-8495-56F0F1B65344}" type="datetimeFigureOut">
              <a:rPr lang="en-US" smtClean="0"/>
              <a:t>4/21/2026</a:t>
            </a:fld>
            <a:endParaRPr lang="en-US"/>
          </a:p>
        </p:txBody>
      </p:sp>
      <p:sp>
        <p:nvSpPr>
          <p:cNvPr id="6" name="Footer Placeholder 5">
            <a:extLst>
              <a:ext uri="{FF2B5EF4-FFF2-40B4-BE49-F238E27FC236}">
                <a16:creationId xmlns:a16="http://schemas.microsoft.com/office/drawing/2014/main" id="{2A658424-657A-53FD-0817-B7752742BB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85CE37-62D2-1E15-6CB6-04D76FAE4FE5}"/>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772120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B41E0-17E7-2015-B9F8-B897CA63290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8C2268-93A1-B778-5028-5783DE4D4D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B89D27-0D85-8C7B-142A-74403B21FF51}"/>
              </a:ext>
            </a:extLst>
          </p:cNvPr>
          <p:cNvSpPr>
            <a:spLocks noGrp="1"/>
          </p:cNvSpPr>
          <p:nvPr>
            <p:ph type="dt" sz="half" idx="10"/>
          </p:nvPr>
        </p:nvSpPr>
        <p:spPr/>
        <p:txBody>
          <a:bodyPr/>
          <a:lstStyle/>
          <a:p>
            <a:fld id="{A08589DF-59BF-4BA7-8495-56F0F1B65344}" type="datetimeFigureOut">
              <a:rPr lang="en-US" smtClean="0"/>
              <a:t>4/21/2026</a:t>
            </a:fld>
            <a:endParaRPr lang="en-US"/>
          </a:p>
        </p:txBody>
      </p:sp>
      <p:sp>
        <p:nvSpPr>
          <p:cNvPr id="5" name="Footer Placeholder 4">
            <a:extLst>
              <a:ext uri="{FF2B5EF4-FFF2-40B4-BE49-F238E27FC236}">
                <a16:creationId xmlns:a16="http://schemas.microsoft.com/office/drawing/2014/main" id="{27006D02-609F-7F78-2288-E43B0E23BB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358CFA-4B7F-0DBD-C99B-E464A43A4EA4}"/>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325179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A441BA-3638-2B1C-D3CA-F862A6C0309E}"/>
              </a:ext>
            </a:extLst>
          </p:cNvPr>
          <p:cNvSpPr>
            <a:spLocks noGrp="1"/>
          </p:cNvSpPr>
          <p:nvPr>
            <p:ph type="title" orient="vert"/>
          </p:nvPr>
        </p:nvSpPr>
        <p:spPr>
          <a:xfrm>
            <a:off x="8724900" y="1156893"/>
            <a:ext cx="2628900" cy="5020070"/>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6E47DF25-5E8D-D4BD-6759-5EB82BA5A3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CAFB57-7D5C-F3CC-330C-934B10E41D67}"/>
              </a:ext>
            </a:extLst>
          </p:cNvPr>
          <p:cNvSpPr>
            <a:spLocks noGrp="1"/>
          </p:cNvSpPr>
          <p:nvPr>
            <p:ph type="dt" sz="half" idx="10"/>
          </p:nvPr>
        </p:nvSpPr>
        <p:spPr/>
        <p:txBody>
          <a:bodyPr/>
          <a:lstStyle/>
          <a:p>
            <a:fld id="{A08589DF-59BF-4BA7-8495-56F0F1B65344}" type="datetimeFigureOut">
              <a:rPr lang="en-US" smtClean="0"/>
              <a:t>4/21/2026</a:t>
            </a:fld>
            <a:endParaRPr lang="en-US"/>
          </a:p>
        </p:txBody>
      </p:sp>
      <p:sp>
        <p:nvSpPr>
          <p:cNvPr id="5" name="Footer Placeholder 4">
            <a:extLst>
              <a:ext uri="{FF2B5EF4-FFF2-40B4-BE49-F238E27FC236}">
                <a16:creationId xmlns:a16="http://schemas.microsoft.com/office/drawing/2014/main" id="{596FCFFC-8250-D8A0-8181-3ECD823B9E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BCBCFC-BE45-2CEE-8C2D-480BF7B683A7}"/>
              </a:ext>
            </a:extLst>
          </p:cNvPr>
          <p:cNvSpPr>
            <a:spLocks noGrp="1"/>
          </p:cNvSpPr>
          <p:nvPr>
            <p:ph type="sldNum" sz="quarter" idx="12"/>
          </p:nvPr>
        </p:nvSpPr>
        <p:spPr/>
        <p:txBody>
          <a:bodyPr/>
          <a:lstStyle/>
          <a:p>
            <a:fld id="{B893C485-DB5A-4C7E-867A-4FFBAFD4DD2E}" type="slidenum">
              <a:rPr lang="en-US" smtClean="0"/>
              <a:t>‹#›</a:t>
            </a:fld>
            <a:endParaRPr lang="en-US"/>
          </a:p>
        </p:txBody>
      </p:sp>
    </p:spTree>
    <p:extLst>
      <p:ext uri="{BB962C8B-B14F-4D97-AF65-F5344CB8AC3E}">
        <p14:creationId xmlns:p14="http://schemas.microsoft.com/office/powerpoint/2010/main" val="2850083750"/>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5988B7-8CA8-8706-C4A7-E1290D2D7C8E}"/>
              </a:ext>
            </a:extLst>
          </p:cNvPr>
          <p:cNvSpPr>
            <a:spLocks noGrp="1"/>
          </p:cNvSpPr>
          <p:nvPr>
            <p:ph type="title"/>
          </p:nvPr>
        </p:nvSpPr>
        <p:spPr>
          <a:xfrm>
            <a:off x="838200" y="109910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9097779-7EE0-B5F0-D625-DCEDCF087519}"/>
              </a:ext>
            </a:extLst>
          </p:cNvPr>
          <p:cNvSpPr>
            <a:spLocks noGrp="1"/>
          </p:cNvSpPr>
          <p:nvPr>
            <p:ph type="body" idx="1"/>
          </p:nvPr>
        </p:nvSpPr>
        <p:spPr>
          <a:xfrm>
            <a:off x="838200" y="2604051"/>
            <a:ext cx="10515600" cy="35729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06A9E4-6456-C2F9-73BB-C32B468DEA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8589DF-59BF-4BA7-8495-56F0F1B65344}" type="datetimeFigureOut">
              <a:rPr lang="en-US" smtClean="0"/>
              <a:t>4/21/2026</a:t>
            </a:fld>
            <a:endParaRPr lang="en-US" dirty="0"/>
          </a:p>
        </p:txBody>
      </p:sp>
      <p:sp>
        <p:nvSpPr>
          <p:cNvPr id="5" name="Footer Placeholder 4">
            <a:extLst>
              <a:ext uri="{FF2B5EF4-FFF2-40B4-BE49-F238E27FC236}">
                <a16:creationId xmlns:a16="http://schemas.microsoft.com/office/drawing/2014/main" id="{9D8F09A6-E403-39ED-FCDD-D2B49BE77C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All Rights Reserved @Nexellence</a:t>
            </a:r>
          </a:p>
        </p:txBody>
      </p:sp>
      <p:sp>
        <p:nvSpPr>
          <p:cNvPr id="6" name="Slide Number Placeholder 5">
            <a:extLst>
              <a:ext uri="{FF2B5EF4-FFF2-40B4-BE49-F238E27FC236}">
                <a16:creationId xmlns:a16="http://schemas.microsoft.com/office/drawing/2014/main" id="{55A1CF5F-1237-1539-FFB2-2128023A2B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93C485-DB5A-4C7E-867A-4FFBAFD4DD2E}" type="slidenum">
              <a:rPr lang="en-US" smtClean="0"/>
              <a:t>‹#›</a:t>
            </a:fld>
            <a:endParaRPr lang="en-US"/>
          </a:p>
        </p:txBody>
      </p:sp>
      <p:pic>
        <p:nvPicPr>
          <p:cNvPr id="8" name="Picture 7" descr="A logo of a company  AI-generated content may be incorrect.">
            <a:extLst>
              <a:ext uri="{FF2B5EF4-FFF2-40B4-BE49-F238E27FC236}">
                <a16:creationId xmlns:a16="http://schemas.microsoft.com/office/drawing/2014/main" id="{625393FF-C7FE-64BE-F32C-440050D74E51}"/>
              </a:ext>
            </a:extLst>
          </p:cNvPr>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8809383" y="86258"/>
            <a:ext cx="3138446" cy="717936"/>
          </a:xfrm>
          <a:prstGeom prst="rect">
            <a:avLst/>
          </a:prstGeom>
        </p:spPr>
      </p:pic>
    </p:spTree>
    <p:extLst>
      <p:ext uri="{BB962C8B-B14F-4D97-AF65-F5344CB8AC3E}">
        <p14:creationId xmlns:p14="http://schemas.microsoft.com/office/powerpoint/2010/main" val="2104822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8.xml.rels><?xml version="1.0" encoding="UTF-8"?><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8.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9.xml.rels><?xml version="1.0" encoding="UTF-8"?><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Relationships xmlns="http://schemas.openxmlformats.org/package/2006/relationships"><Relationship Id="rId3" Type="http://schemas.openxmlformats.org/officeDocument/2006/relationships/diagramLayout" Target="../diagrams/layout8.xml"/><Relationship Id="rId7" Type="http://schemas.openxmlformats.org/officeDocument/2006/relationships/image" Target="../media/image47.png"/><Relationship Id="rId2" Type="http://schemas.openxmlformats.org/officeDocument/2006/relationships/diagramData" Target="../diagrams/data8.xml"/><Relationship Id="rId1" Type="http://schemas.openxmlformats.org/officeDocument/2006/relationships/slideLayout" Target="../slideLayouts/slideLayout8.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5.xml.rels><?xml version="1.0" encoding="UTF-8"?><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6.xml.rels><?xml version="1.0" encoding="UTF-8"?><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4.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7.xml.rels><?xml version="1.0" encoding="UTF-8"?><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1.xml.rels><?xml version="1.0" encoding="UTF-8"?><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image" Target="../media/image52.png"/><Relationship Id="rId7" Type="http://schemas.openxmlformats.org/officeDocument/2006/relationships/image" Target="../media/image56.png"/><Relationship Id="rId12" Type="http://schemas.openxmlformats.org/officeDocument/2006/relationships/image" Target="../media/image61.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png"/></Relationships>
</file>

<file path=ppt/slides/_rels/slide32.xml.rels><?xml version="1.0" encoding="UTF-8"?><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33.xml.rels><?xml version="1.0" encoding="UTF-8"?><Relationships xmlns="http://schemas.openxmlformats.org/package/2006/relationships"><Relationship Id="rId3" Type="http://schemas.openxmlformats.org/officeDocument/2006/relationships/diagramLayout" Target="../diagrams/layout12.xml"/><Relationship Id="rId7" Type="http://schemas.openxmlformats.org/officeDocument/2006/relationships/image" Target="../media/image67.png"/><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38.xml.rels><?xml version="1.0" encoding="UTF-8"?><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39.xml.rels><?xml version="1.0" encoding="UTF-8"?><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42.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43.xml.rels><?xml version="1.0" encoding="UTF-8"?><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44.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5535" y="1196791"/>
            <a:ext cx="10442944" cy="2387600"/>
          </a:xfrm>
        </p:spPr>
        <p:txBody>
          <a:bodyPr>
            <a:normAutofit/>
          </a:bodyPr>
          <a:lstStyle/>
          <a:p>
            <a:r>
              <a:rPr dirty="0"/>
              <a:t>Chapter 1</a:t>
            </a:r>
            <a:r>
              <a:rPr lang="en-US" dirty="0"/>
              <a:t>0: Solving a Data Mystery</a:t>
            </a:r>
            <a:endParaRPr dirty="0"/>
          </a:p>
        </p:txBody>
      </p:sp>
      <p:sp>
        <p:nvSpPr>
          <p:cNvPr id="3" name="Subtitle 2"/>
          <p:cNvSpPr>
            <a:spLocks noGrp="1"/>
          </p:cNvSpPr>
          <p:nvPr>
            <p:ph type="subTitle" idx="1"/>
          </p:nvPr>
        </p:nvSpPr>
        <p:spPr>
          <a:xfrm>
            <a:off x="1524000" y="4231758"/>
            <a:ext cx="9144000" cy="1026042"/>
          </a:xfrm>
        </p:spPr>
        <p:txBody>
          <a:bodyPr/>
          <a:lstStyle/>
          <a:p>
            <a:r>
              <a:rPr lang="en-US" dirty="0"/>
              <a:t>Your capstone project: bring together EDA, inference, and storytelling to crack a real data case.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73604-93C7-EB71-053C-6980ED70BFE6}"/>
              </a:ext>
            </a:extLst>
          </p:cNvPr>
          <p:cNvSpPr>
            <a:spLocks noGrp="1"/>
          </p:cNvSpPr>
          <p:nvPr>
            <p:ph type="title"/>
          </p:nvPr>
        </p:nvSpPr>
        <p:spPr>
          <a:xfrm>
            <a:off x="838200" y="270425"/>
            <a:ext cx="10515600" cy="1325563"/>
          </a:xfrm>
        </p:spPr>
        <p:txBody>
          <a:bodyPr anchor="ctr">
            <a:normAutofit/>
          </a:bodyPr>
          <a:lstStyle/>
          <a:p>
            <a:r>
              <a:rPr lang="en-US" dirty="0"/>
              <a:t>Data Detective: Solving a Data Mystery</a:t>
            </a:r>
          </a:p>
        </p:txBody>
      </p:sp>
      <p:sp>
        <p:nvSpPr>
          <p:cNvPr id="3" name="Content Placeholder 2">
            <a:extLst>
              <a:ext uri="{FF2B5EF4-FFF2-40B4-BE49-F238E27FC236}">
                <a16:creationId xmlns:a16="http://schemas.microsoft.com/office/drawing/2014/main" id="{B34CBB11-6045-2ACA-2FA4-DDAA4BD5F179}"/>
              </a:ext>
            </a:extLst>
          </p:cNvPr>
          <p:cNvSpPr>
            <a:spLocks noGrp="1"/>
          </p:cNvSpPr>
          <p:nvPr>
            <p:ph sz="half" idx="1"/>
          </p:nvPr>
        </p:nvSpPr>
        <p:spPr>
          <a:xfrm>
            <a:off x="838200" y="1825625"/>
            <a:ext cx="5181600" cy="4351338"/>
          </a:xfrm>
        </p:spPr>
        <p:txBody>
          <a:bodyPr>
            <a:normAutofit/>
          </a:bodyPr>
          <a:lstStyle/>
          <a:p>
            <a:pPr marL="0" indent="0">
              <a:buNone/>
            </a:pPr>
            <a:r>
              <a:rPr lang="en-US" dirty="0"/>
              <a:t xml:space="preserve">Welcome to Chapter 10! </a:t>
            </a:r>
          </a:p>
          <a:p>
            <a:pPr marL="0" indent="0">
              <a:buNone/>
            </a:pPr>
            <a:r>
              <a:rPr lang="en-US" dirty="0"/>
              <a:t xml:space="preserve">You'll now put your data detective skills to the test in a real-world mini project. </a:t>
            </a:r>
          </a:p>
          <a:p>
            <a:pPr marL="0" indent="0">
              <a:buNone/>
            </a:pPr>
            <a:r>
              <a:rPr lang="en-US" dirty="0"/>
              <a:t>We'll walk through the entire process of solving a data mystery about declining bee populations.</a:t>
            </a:r>
          </a:p>
          <a:p>
            <a:pPr marL="0" indent="0">
              <a:buNone/>
            </a:pPr>
            <a:endParaRPr lang="en-US" dirty="0"/>
          </a:p>
        </p:txBody>
      </p:sp>
      <p:pic>
        <p:nvPicPr>
          <p:cNvPr id="4" name="Image 0" descr="preencoded.png">
            <a:extLst>
              <a:ext uri="{FF2B5EF4-FFF2-40B4-BE49-F238E27FC236}">
                <a16:creationId xmlns:a16="http://schemas.microsoft.com/office/drawing/2014/main" id="{CDA444AC-9898-86E0-8ACF-E467C78486AF}"/>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6172200" y="1825625"/>
            <a:ext cx="5181600" cy="4351338"/>
          </a:xfrm>
          <a:prstGeom prst="rect">
            <a:avLst/>
          </a:prstGeom>
          <a:noFill/>
        </p:spPr>
      </p:pic>
    </p:spTree>
    <p:extLst>
      <p:ext uri="{BB962C8B-B14F-4D97-AF65-F5344CB8AC3E}">
        <p14:creationId xmlns:p14="http://schemas.microsoft.com/office/powerpoint/2010/main" val="584949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6FD691C-46BC-D2BA-8751-A2BC1F9596A0}"/>
              </a:ext>
            </a:extLst>
          </p:cNvPr>
          <p:cNvSpPr>
            <a:spLocks noGrp="1"/>
          </p:cNvSpPr>
          <p:nvPr>
            <p:ph type="title"/>
          </p:nvPr>
        </p:nvSpPr>
        <p:spPr/>
        <p:txBody>
          <a:bodyPr/>
          <a:lstStyle/>
          <a:p>
            <a:r>
              <a:rPr lang="en-US" dirty="0"/>
              <a:t>The Mystery: Disappearing Bees</a:t>
            </a:r>
          </a:p>
        </p:txBody>
      </p:sp>
      <p:pic>
        <p:nvPicPr>
          <p:cNvPr id="7" name="Image 0" descr="preencoded.png">
            <a:extLst>
              <a:ext uri="{FF2B5EF4-FFF2-40B4-BE49-F238E27FC236}">
                <a16:creationId xmlns:a16="http://schemas.microsoft.com/office/drawing/2014/main" id="{446377DA-C653-4E87-815A-4A60ECCB55F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486774" y="1400175"/>
            <a:ext cx="3514725" cy="5272087"/>
          </a:xfrm>
          <a:prstGeom prst="rect">
            <a:avLst/>
          </a:prstGeom>
        </p:spPr>
      </p:pic>
      <p:sp>
        <p:nvSpPr>
          <p:cNvPr id="8" name="Shape 1">
            <a:extLst>
              <a:ext uri="{FF2B5EF4-FFF2-40B4-BE49-F238E27FC236}">
                <a16:creationId xmlns:a16="http://schemas.microsoft.com/office/drawing/2014/main" id="{D0B84874-33C3-7D98-1E4D-2B9AA28C2ADC}"/>
              </a:ext>
            </a:extLst>
          </p:cNvPr>
          <p:cNvSpPr/>
          <p:nvPr/>
        </p:nvSpPr>
        <p:spPr>
          <a:xfrm>
            <a:off x="838200" y="2580084"/>
            <a:ext cx="425252" cy="42525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9" name="Image 1" descr="preencoded.png">
            <a:extLst>
              <a:ext uri="{FF2B5EF4-FFF2-40B4-BE49-F238E27FC236}">
                <a16:creationId xmlns:a16="http://schemas.microsoft.com/office/drawing/2014/main" id="{E7348400-AAEF-50F8-5A10-DF2FC099457C}"/>
              </a:ext>
            </a:extLst>
          </p:cNvPr>
          <p:cNvPicPr>
            <a:picLocks noChangeAspect="1"/>
          </p:cNvPicPr>
          <p:nvPr/>
        </p:nvPicPr>
        <p:blipFill>
          <a:blip r:embed="rId3"/>
          <a:stretch>
            <a:fillRect/>
          </a:stretch>
        </p:blipFill>
        <p:spPr>
          <a:xfrm>
            <a:off x="909092" y="2615506"/>
            <a:ext cx="283468" cy="354409"/>
          </a:xfrm>
          <a:prstGeom prst="rect">
            <a:avLst/>
          </a:prstGeom>
        </p:spPr>
      </p:pic>
      <p:sp>
        <p:nvSpPr>
          <p:cNvPr id="10" name="Text 2">
            <a:extLst>
              <a:ext uri="{FF2B5EF4-FFF2-40B4-BE49-F238E27FC236}">
                <a16:creationId xmlns:a16="http://schemas.microsoft.com/office/drawing/2014/main" id="{EC30EA5D-5281-7637-7CF1-8DDD303649B8}"/>
              </a:ext>
            </a:extLst>
          </p:cNvPr>
          <p:cNvSpPr/>
          <p:nvPr/>
        </p:nvSpPr>
        <p:spPr>
          <a:xfrm>
            <a:off x="1452463" y="2644973"/>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The Puzzle</a:t>
            </a:r>
            <a:endParaRPr lang="en-US" sz="2400" dirty="0">
              <a:latin typeface="Aptos" panose="020B0004020202020204" pitchFamily="34" charset="0"/>
            </a:endParaRPr>
          </a:p>
        </p:txBody>
      </p:sp>
      <p:sp>
        <p:nvSpPr>
          <p:cNvPr id="11" name="Text 3">
            <a:extLst>
              <a:ext uri="{FF2B5EF4-FFF2-40B4-BE49-F238E27FC236}">
                <a16:creationId xmlns:a16="http://schemas.microsoft.com/office/drawing/2014/main" id="{CFED5471-0ECA-2997-5028-E1D7CACF36D8}"/>
              </a:ext>
            </a:extLst>
          </p:cNvPr>
          <p:cNvSpPr/>
          <p:nvPr/>
        </p:nvSpPr>
        <p:spPr>
          <a:xfrm>
            <a:off x="1452463" y="3053656"/>
            <a:ext cx="2416175" cy="1209675"/>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A community garden has noticed bee counts dropping in summer months (June-July).</a:t>
            </a:r>
            <a:endParaRPr lang="en-US" dirty="0">
              <a:latin typeface="Aptos" panose="020B0004020202020204" pitchFamily="34" charset="0"/>
            </a:endParaRPr>
          </a:p>
        </p:txBody>
      </p:sp>
      <p:sp>
        <p:nvSpPr>
          <p:cNvPr id="12" name="Shape 4">
            <a:extLst>
              <a:ext uri="{FF2B5EF4-FFF2-40B4-BE49-F238E27FC236}">
                <a16:creationId xmlns:a16="http://schemas.microsoft.com/office/drawing/2014/main" id="{AA8C0831-5158-79FA-3323-0401AC134A44}"/>
              </a:ext>
            </a:extLst>
          </p:cNvPr>
          <p:cNvSpPr/>
          <p:nvPr/>
        </p:nvSpPr>
        <p:spPr>
          <a:xfrm>
            <a:off x="4104877" y="2580084"/>
            <a:ext cx="425252" cy="42525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13" name="Image 2" descr="preencoded.png">
            <a:extLst>
              <a:ext uri="{FF2B5EF4-FFF2-40B4-BE49-F238E27FC236}">
                <a16:creationId xmlns:a16="http://schemas.microsoft.com/office/drawing/2014/main" id="{49E5351A-28E8-01A7-C092-95DFD73983F8}"/>
              </a:ext>
            </a:extLst>
          </p:cNvPr>
          <p:cNvPicPr>
            <a:picLocks noChangeAspect="1"/>
          </p:cNvPicPr>
          <p:nvPr/>
        </p:nvPicPr>
        <p:blipFill>
          <a:blip r:embed="rId4"/>
          <a:stretch>
            <a:fillRect/>
          </a:stretch>
        </p:blipFill>
        <p:spPr>
          <a:xfrm>
            <a:off x="4175770" y="2615506"/>
            <a:ext cx="283468" cy="354409"/>
          </a:xfrm>
          <a:prstGeom prst="rect">
            <a:avLst/>
          </a:prstGeom>
        </p:spPr>
      </p:pic>
      <p:sp>
        <p:nvSpPr>
          <p:cNvPr id="14" name="Text 5">
            <a:extLst>
              <a:ext uri="{FF2B5EF4-FFF2-40B4-BE49-F238E27FC236}">
                <a16:creationId xmlns:a16="http://schemas.microsoft.com/office/drawing/2014/main" id="{9BE09348-B2F4-7749-D0E8-7557D028B603}"/>
              </a:ext>
            </a:extLst>
          </p:cNvPr>
          <p:cNvSpPr/>
          <p:nvPr/>
        </p:nvSpPr>
        <p:spPr>
          <a:xfrm>
            <a:off x="4719141" y="2644973"/>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The Question</a:t>
            </a:r>
            <a:endParaRPr lang="en-US" sz="2400" dirty="0">
              <a:latin typeface="Aptos" panose="020B0004020202020204" pitchFamily="34" charset="0"/>
            </a:endParaRPr>
          </a:p>
        </p:txBody>
      </p:sp>
      <p:sp>
        <p:nvSpPr>
          <p:cNvPr id="15" name="Text 6">
            <a:extLst>
              <a:ext uri="{FF2B5EF4-FFF2-40B4-BE49-F238E27FC236}">
                <a16:creationId xmlns:a16="http://schemas.microsoft.com/office/drawing/2014/main" id="{C1A9B095-DEA0-4E2F-AEB7-86237CA54AEF}"/>
              </a:ext>
            </a:extLst>
          </p:cNvPr>
          <p:cNvSpPr/>
          <p:nvPr/>
        </p:nvSpPr>
        <p:spPr>
          <a:xfrm>
            <a:off x="4719141" y="3053656"/>
            <a:ext cx="2416175" cy="907257"/>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What factors could be causing this mid-summer bee decline?</a:t>
            </a:r>
            <a:endParaRPr lang="en-US" dirty="0">
              <a:latin typeface="Aptos" panose="020B0004020202020204" pitchFamily="34" charset="0"/>
            </a:endParaRPr>
          </a:p>
        </p:txBody>
      </p:sp>
      <p:sp>
        <p:nvSpPr>
          <p:cNvPr id="16" name="Shape 7">
            <a:extLst>
              <a:ext uri="{FF2B5EF4-FFF2-40B4-BE49-F238E27FC236}">
                <a16:creationId xmlns:a16="http://schemas.microsoft.com/office/drawing/2014/main" id="{1493269C-A8EE-3E55-B313-80A2682F29D7}"/>
              </a:ext>
            </a:extLst>
          </p:cNvPr>
          <p:cNvSpPr/>
          <p:nvPr/>
        </p:nvSpPr>
        <p:spPr>
          <a:xfrm>
            <a:off x="838200" y="4641354"/>
            <a:ext cx="425252" cy="42525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17" name="Image 3" descr="preencoded.png">
            <a:extLst>
              <a:ext uri="{FF2B5EF4-FFF2-40B4-BE49-F238E27FC236}">
                <a16:creationId xmlns:a16="http://schemas.microsoft.com/office/drawing/2014/main" id="{7104347C-5337-2306-8F52-7D295B42F8F6}"/>
              </a:ext>
            </a:extLst>
          </p:cNvPr>
          <p:cNvPicPr>
            <a:picLocks noChangeAspect="1"/>
          </p:cNvPicPr>
          <p:nvPr/>
        </p:nvPicPr>
        <p:blipFill>
          <a:blip r:embed="rId5"/>
          <a:stretch>
            <a:fillRect/>
          </a:stretch>
        </p:blipFill>
        <p:spPr>
          <a:xfrm>
            <a:off x="909092" y="4676776"/>
            <a:ext cx="283468" cy="354409"/>
          </a:xfrm>
          <a:prstGeom prst="rect">
            <a:avLst/>
          </a:prstGeom>
        </p:spPr>
      </p:pic>
      <p:sp>
        <p:nvSpPr>
          <p:cNvPr id="18" name="Text 8">
            <a:extLst>
              <a:ext uri="{FF2B5EF4-FFF2-40B4-BE49-F238E27FC236}">
                <a16:creationId xmlns:a16="http://schemas.microsoft.com/office/drawing/2014/main" id="{CC7F32FB-638B-221E-75EF-60F3CF806F0C}"/>
              </a:ext>
            </a:extLst>
          </p:cNvPr>
          <p:cNvSpPr/>
          <p:nvPr/>
        </p:nvSpPr>
        <p:spPr>
          <a:xfrm>
            <a:off x="1452463" y="4706243"/>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The Data</a:t>
            </a:r>
            <a:endParaRPr lang="en-US" sz="2400" dirty="0">
              <a:latin typeface="Aptos" panose="020B0004020202020204" pitchFamily="34" charset="0"/>
            </a:endParaRPr>
          </a:p>
        </p:txBody>
      </p:sp>
      <p:sp>
        <p:nvSpPr>
          <p:cNvPr id="19" name="Text 9">
            <a:extLst>
              <a:ext uri="{FF2B5EF4-FFF2-40B4-BE49-F238E27FC236}">
                <a16:creationId xmlns:a16="http://schemas.microsoft.com/office/drawing/2014/main" id="{5F12A4C9-2E80-41B3-A222-2233AEA8A4F9}"/>
              </a:ext>
            </a:extLst>
          </p:cNvPr>
          <p:cNvSpPr/>
          <p:nvPr/>
        </p:nvSpPr>
        <p:spPr>
          <a:xfrm>
            <a:off x="1452464" y="5114925"/>
            <a:ext cx="5682754" cy="604838"/>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Monthly bee counts, local weather data, and notes about events like pesticide spraying.</a:t>
            </a:r>
            <a:endParaRPr lang="en-US" dirty="0">
              <a:latin typeface="Aptos" panose="020B0004020202020204" pitchFamily="34" charset="0"/>
            </a:endParaRPr>
          </a:p>
        </p:txBody>
      </p:sp>
    </p:spTree>
    <p:extLst>
      <p:ext uri="{BB962C8B-B14F-4D97-AF65-F5344CB8AC3E}">
        <p14:creationId xmlns:p14="http://schemas.microsoft.com/office/powerpoint/2010/main" val="2558910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2734857F-2D8E-0F26-E137-AB64ED7F640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080144" y="934541"/>
            <a:ext cx="3557125" cy="5335687"/>
          </a:xfrm>
          <a:prstGeom prst="rect">
            <a:avLst/>
          </a:prstGeom>
        </p:spPr>
      </p:pic>
      <p:sp>
        <p:nvSpPr>
          <p:cNvPr id="5" name="Text 0">
            <a:extLst>
              <a:ext uri="{FF2B5EF4-FFF2-40B4-BE49-F238E27FC236}">
                <a16:creationId xmlns:a16="http://schemas.microsoft.com/office/drawing/2014/main" id="{EFD26C03-F31C-4662-940D-CF756E919948}"/>
              </a:ext>
            </a:extLst>
          </p:cNvPr>
          <p:cNvSpPr/>
          <p:nvPr/>
        </p:nvSpPr>
        <p:spPr>
          <a:xfrm>
            <a:off x="661492" y="931664"/>
            <a:ext cx="4725492" cy="590649"/>
          </a:xfrm>
          <a:prstGeom prst="rect">
            <a:avLst/>
          </a:prstGeom>
          <a:noFill/>
          <a:ln/>
        </p:spPr>
        <p:txBody>
          <a:bodyPr wrap="none" lIns="0" tIns="0" rIns="0" bIns="0" rtlCol="0" anchor="t"/>
          <a:lstStyle/>
          <a:p>
            <a:pPr>
              <a:lnSpc>
                <a:spcPts val="4625"/>
              </a:lnSpc>
            </a:pPr>
            <a:r>
              <a:rPr lang="en-US" sz="4400" dirty="0">
                <a:solidFill>
                  <a:srgbClr val="000000"/>
                </a:solidFill>
                <a:latin typeface="Aptos" panose="020B0004020202020204" pitchFamily="34" charset="0"/>
                <a:ea typeface="Playfair Display Bold" pitchFamily="34" charset="-122"/>
                <a:cs typeface="Playfair Display Bold" pitchFamily="34" charset="-120"/>
              </a:rPr>
              <a:t>Framing the Mystery</a:t>
            </a:r>
            <a:endParaRPr lang="en-US" sz="4400" dirty="0">
              <a:latin typeface="Aptos" panose="020B0004020202020204" pitchFamily="34" charset="0"/>
            </a:endParaRPr>
          </a:p>
        </p:txBody>
      </p:sp>
      <p:pic>
        <p:nvPicPr>
          <p:cNvPr id="6" name="Image 1" descr="preencoded.png">
            <a:extLst>
              <a:ext uri="{FF2B5EF4-FFF2-40B4-BE49-F238E27FC236}">
                <a16:creationId xmlns:a16="http://schemas.microsoft.com/office/drawing/2014/main" id="{612B2E91-73C3-E3BA-89A9-68E3242A9ADD}"/>
              </a:ext>
            </a:extLst>
          </p:cNvPr>
          <p:cNvPicPr>
            <a:picLocks noChangeAspect="1"/>
          </p:cNvPicPr>
          <p:nvPr/>
        </p:nvPicPr>
        <p:blipFill>
          <a:blip r:embed="rId3"/>
          <a:stretch>
            <a:fillRect/>
          </a:stretch>
        </p:blipFill>
        <p:spPr>
          <a:xfrm>
            <a:off x="661492" y="2164953"/>
            <a:ext cx="945058" cy="1134070"/>
          </a:xfrm>
          <a:prstGeom prst="rect">
            <a:avLst/>
          </a:prstGeom>
        </p:spPr>
      </p:pic>
      <p:sp>
        <p:nvSpPr>
          <p:cNvPr id="7" name="Text 1">
            <a:extLst>
              <a:ext uri="{FF2B5EF4-FFF2-40B4-BE49-F238E27FC236}">
                <a16:creationId xmlns:a16="http://schemas.microsoft.com/office/drawing/2014/main" id="{67D4C07B-937A-96EA-7D82-9F1D7F834D95}"/>
              </a:ext>
            </a:extLst>
          </p:cNvPr>
          <p:cNvSpPr/>
          <p:nvPr/>
        </p:nvSpPr>
        <p:spPr>
          <a:xfrm>
            <a:off x="1890019" y="2353965"/>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Identify the Question</a:t>
            </a:r>
            <a:endParaRPr lang="en-US" sz="2400" dirty="0">
              <a:latin typeface="Aptos" panose="020B0004020202020204" pitchFamily="34" charset="0"/>
            </a:endParaRPr>
          </a:p>
        </p:txBody>
      </p:sp>
      <p:sp>
        <p:nvSpPr>
          <p:cNvPr id="8" name="Text 2">
            <a:extLst>
              <a:ext uri="{FF2B5EF4-FFF2-40B4-BE49-F238E27FC236}">
                <a16:creationId xmlns:a16="http://schemas.microsoft.com/office/drawing/2014/main" id="{5887EA6A-010E-DAD6-15B0-2C25F42F6BAB}"/>
              </a:ext>
            </a:extLst>
          </p:cNvPr>
          <p:cNvSpPr/>
          <p:nvPr/>
        </p:nvSpPr>
        <p:spPr>
          <a:xfrm>
            <a:off x="1890019" y="2762647"/>
            <a:ext cx="5068491"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Why are local bee counts declining in summer months?</a:t>
            </a:r>
            <a:endParaRPr lang="en-US" dirty="0">
              <a:latin typeface="Aptos" panose="020B0004020202020204" pitchFamily="34" charset="0"/>
            </a:endParaRPr>
          </a:p>
        </p:txBody>
      </p:sp>
      <p:pic>
        <p:nvPicPr>
          <p:cNvPr id="9" name="Image 2" descr="preencoded.png">
            <a:extLst>
              <a:ext uri="{FF2B5EF4-FFF2-40B4-BE49-F238E27FC236}">
                <a16:creationId xmlns:a16="http://schemas.microsoft.com/office/drawing/2014/main" id="{58E93BE4-011D-4B25-D333-ADD2D3C45F48}"/>
              </a:ext>
            </a:extLst>
          </p:cNvPr>
          <p:cNvPicPr>
            <a:picLocks noChangeAspect="1"/>
          </p:cNvPicPr>
          <p:nvPr/>
        </p:nvPicPr>
        <p:blipFill>
          <a:blip r:embed="rId4"/>
          <a:stretch>
            <a:fillRect/>
          </a:stretch>
        </p:blipFill>
        <p:spPr>
          <a:xfrm>
            <a:off x="661492" y="3299023"/>
            <a:ext cx="945058" cy="1134070"/>
          </a:xfrm>
          <a:prstGeom prst="rect">
            <a:avLst/>
          </a:prstGeom>
        </p:spPr>
      </p:pic>
      <p:sp>
        <p:nvSpPr>
          <p:cNvPr id="10" name="Text 3">
            <a:extLst>
              <a:ext uri="{FF2B5EF4-FFF2-40B4-BE49-F238E27FC236}">
                <a16:creationId xmlns:a16="http://schemas.microsoft.com/office/drawing/2014/main" id="{0B03199C-AEC6-4877-51D7-76288B258C3D}"/>
              </a:ext>
            </a:extLst>
          </p:cNvPr>
          <p:cNvSpPr/>
          <p:nvPr/>
        </p:nvSpPr>
        <p:spPr>
          <a:xfrm>
            <a:off x="1890019" y="3488035"/>
            <a:ext cx="2771378"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Consider Possible Causes</a:t>
            </a:r>
            <a:endParaRPr lang="en-US" sz="2400" dirty="0">
              <a:latin typeface="Aptos" panose="020B0004020202020204" pitchFamily="34" charset="0"/>
            </a:endParaRPr>
          </a:p>
        </p:txBody>
      </p:sp>
      <p:sp>
        <p:nvSpPr>
          <p:cNvPr id="11" name="Text 4">
            <a:extLst>
              <a:ext uri="{FF2B5EF4-FFF2-40B4-BE49-F238E27FC236}">
                <a16:creationId xmlns:a16="http://schemas.microsoft.com/office/drawing/2014/main" id="{3B13B3F3-1E14-4CA6-AE01-ECBF63A565D6}"/>
              </a:ext>
            </a:extLst>
          </p:cNvPr>
          <p:cNvSpPr/>
          <p:nvPr/>
        </p:nvSpPr>
        <p:spPr>
          <a:xfrm>
            <a:off x="1890019" y="3896718"/>
            <a:ext cx="5068491"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Heat? Lack of rain? Pesticides? Disease?</a:t>
            </a:r>
            <a:endParaRPr lang="en-US" dirty="0">
              <a:latin typeface="Aptos" panose="020B0004020202020204" pitchFamily="34" charset="0"/>
            </a:endParaRPr>
          </a:p>
        </p:txBody>
      </p:sp>
      <p:pic>
        <p:nvPicPr>
          <p:cNvPr id="12" name="Image 3" descr="preencoded.png">
            <a:extLst>
              <a:ext uri="{FF2B5EF4-FFF2-40B4-BE49-F238E27FC236}">
                <a16:creationId xmlns:a16="http://schemas.microsoft.com/office/drawing/2014/main" id="{EDE18C85-06B5-EAB6-4403-689F6454D3A6}"/>
              </a:ext>
            </a:extLst>
          </p:cNvPr>
          <p:cNvPicPr>
            <a:picLocks noChangeAspect="1"/>
          </p:cNvPicPr>
          <p:nvPr/>
        </p:nvPicPr>
        <p:blipFill>
          <a:blip r:embed="rId5"/>
          <a:stretch>
            <a:fillRect/>
          </a:stretch>
        </p:blipFill>
        <p:spPr>
          <a:xfrm>
            <a:off x="661492" y="4433094"/>
            <a:ext cx="945058" cy="1134070"/>
          </a:xfrm>
          <a:prstGeom prst="rect">
            <a:avLst/>
          </a:prstGeom>
        </p:spPr>
      </p:pic>
      <p:sp>
        <p:nvSpPr>
          <p:cNvPr id="13" name="Text 5">
            <a:extLst>
              <a:ext uri="{FF2B5EF4-FFF2-40B4-BE49-F238E27FC236}">
                <a16:creationId xmlns:a16="http://schemas.microsoft.com/office/drawing/2014/main" id="{71E4BC8E-9D07-8B96-77DB-5961CB656B56}"/>
              </a:ext>
            </a:extLst>
          </p:cNvPr>
          <p:cNvSpPr/>
          <p:nvPr/>
        </p:nvSpPr>
        <p:spPr>
          <a:xfrm>
            <a:off x="1890019" y="4622106"/>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Define Success</a:t>
            </a:r>
            <a:endParaRPr lang="en-US" sz="2400" dirty="0">
              <a:latin typeface="Aptos" panose="020B0004020202020204" pitchFamily="34" charset="0"/>
            </a:endParaRPr>
          </a:p>
        </p:txBody>
      </p:sp>
      <p:sp>
        <p:nvSpPr>
          <p:cNvPr id="14" name="Text 6">
            <a:extLst>
              <a:ext uri="{FF2B5EF4-FFF2-40B4-BE49-F238E27FC236}">
                <a16:creationId xmlns:a16="http://schemas.microsoft.com/office/drawing/2014/main" id="{CA4E9124-E47A-B17C-FB8F-932389390214}"/>
              </a:ext>
            </a:extLst>
          </p:cNvPr>
          <p:cNvSpPr/>
          <p:nvPr/>
        </p:nvSpPr>
        <p:spPr>
          <a:xfrm>
            <a:off x="1890019" y="5030788"/>
            <a:ext cx="5068491"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Find patterns or correlations that explain the decline.</a:t>
            </a:r>
            <a:endParaRPr lang="en-US" dirty="0">
              <a:latin typeface="Aptos" panose="020B0004020202020204" pitchFamily="34" charset="0"/>
            </a:endParaRPr>
          </a:p>
        </p:txBody>
      </p:sp>
    </p:spTree>
    <p:extLst>
      <p:ext uri="{BB962C8B-B14F-4D97-AF65-F5344CB8AC3E}">
        <p14:creationId xmlns:p14="http://schemas.microsoft.com/office/powerpoint/2010/main" val="1200866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0425B-E430-C65F-7CF0-E837CBAD6424}"/>
              </a:ext>
            </a:extLst>
          </p:cNvPr>
          <p:cNvSpPr>
            <a:spLocks noGrp="1"/>
          </p:cNvSpPr>
          <p:nvPr>
            <p:ph type="title"/>
          </p:nvPr>
        </p:nvSpPr>
        <p:spPr>
          <a:xfrm>
            <a:off x="838200" y="1099100"/>
            <a:ext cx="10515600" cy="1325563"/>
          </a:xfrm>
        </p:spPr>
        <p:txBody>
          <a:bodyPr anchor="ctr">
            <a:normAutofit/>
          </a:bodyPr>
          <a:lstStyle/>
          <a:p>
            <a:r>
              <a:rPr lang="en-US" dirty="0"/>
              <a:t>Data Detective's Approach</a:t>
            </a:r>
          </a:p>
        </p:txBody>
      </p:sp>
      <p:graphicFrame>
        <p:nvGraphicFramePr>
          <p:cNvPr id="5" name="Content Placeholder 2">
            <a:extLst>
              <a:ext uri="{FF2B5EF4-FFF2-40B4-BE49-F238E27FC236}">
                <a16:creationId xmlns:a16="http://schemas.microsoft.com/office/drawing/2014/main" id="{A444AB80-A51E-CB12-2462-10BEDFC0EE36}"/>
              </a:ext>
            </a:extLst>
          </p:cNvPr>
          <p:cNvGraphicFramePr>
            <a:graphicFrameLocks noGrp="1"/>
          </p:cNvGraphicFramePr>
          <p:nvPr>
            <p:ph idx="1"/>
            <p:extLst>
              <p:ext uri="{D42A27DB-BD31-4B8C-83A1-F6EECF244321}">
                <p14:modId xmlns:p14="http://schemas.microsoft.com/office/powerpoint/2010/main" val="3614393707"/>
              </p:ext>
            </p:extLst>
          </p:nvPr>
        </p:nvGraphicFramePr>
        <p:xfrm>
          <a:off x="838200" y="2604051"/>
          <a:ext cx="10515600" cy="35729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67851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6DF37-D21E-7009-EE55-F179A233CB96}"/>
              </a:ext>
            </a:extLst>
          </p:cNvPr>
          <p:cNvSpPr>
            <a:spLocks noGrp="1"/>
          </p:cNvSpPr>
          <p:nvPr>
            <p:ph type="title"/>
          </p:nvPr>
        </p:nvSpPr>
        <p:spPr>
          <a:xfrm>
            <a:off x="838200" y="1099100"/>
            <a:ext cx="10515600" cy="1325563"/>
          </a:xfrm>
        </p:spPr>
        <p:txBody>
          <a:bodyPr anchor="ctr">
            <a:normAutofit/>
          </a:bodyPr>
          <a:lstStyle/>
          <a:p>
            <a:r>
              <a:rPr lang="en-US" dirty="0"/>
              <a:t xml:space="preserve">Let’s Break Down the Problem </a:t>
            </a:r>
          </a:p>
        </p:txBody>
      </p:sp>
      <p:graphicFrame>
        <p:nvGraphicFramePr>
          <p:cNvPr id="5" name="Content Placeholder 2">
            <a:extLst>
              <a:ext uri="{FF2B5EF4-FFF2-40B4-BE49-F238E27FC236}">
                <a16:creationId xmlns:a16="http://schemas.microsoft.com/office/drawing/2014/main" id="{38232EB0-C4CB-5337-913C-C63EF13D7BE4}"/>
              </a:ext>
            </a:extLst>
          </p:cNvPr>
          <p:cNvGraphicFramePr>
            <a:graphicFrameLocks noGrp="1"/>
          </p:cNvGraphicFramePr>
          <p:nvPr>
            <p:ph idx="1"/>
            <p:extLst>
              <p:ext uri="{D42A27DB-BD31-4B8C-83A1-F6EECF244321}">
                <p14:modId xmlns:p14="http://schemas.microsoft.com/office/powerpoint/2010/main" val="1714966173"/>
              </p:ext>
            </p:extLst>
          </p:nvPr>
        </p:nvGraphicFramePr>
        <p:xfrm>
          <a:off x="838200" y="2604051"/>
          <a:ext cx="10515600" cy="35729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40766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BF645-C12D-0F51-8FD7-18349C2999E7}"/>
              </a:ext>
            </a:extLst>
          </p:cNvPr>
          <p:cNvSpPr>
            <a:spLocks noGrp="1"/>
          </p:cNvSpPr>
          <p:nvPr>
            <p:ph type="title"/>
          </p:nvPr>
        </p:nvSpPr>
        <p:spPr>
          <a:xfrm>
            <a:off x="896938" y="0"/>
            <a:ext cx="7532687" cy="1014413"/>
          </a:xfrm>
        </p:spPr>
        <p:txBody>
          <a:bodyPr anchor="b">
            <a:normAutofit/>
          </a:bodyPr>
          <a:lstStyle/>
          <a:p>
            <a:r>
              <a:rPr lang="en-US" sz="4000" dirty="0"/>
              <a:t>Planning the Investigation</a:t>
            </a:r>
          </a:p>
        </p:txBody>
      </p:sp>
      <p:graphicFrame>
        <p:nvGraphicFramePr>
          <p:cNvPr id="5" name="Content Placeholder 2">
            <a:extLst>
              <a:ext uri="{FF2B5EF4-FFF2-40B4-BE49-F238E27FC236}">
                <a16:creationId xmlns:a16="http://schemas.microsoft.com/office/drawing/2014/main" id="{69E832DF-F13C-543E-580A-4BB6C9277578}"/>
              </a:ext>
            </a:extLst>
          </p:cNvPr>
          <p:cNvGraphicFramePr>
            <a:graphicFrameLocks noGrp="1"/>
          </p:cNvGraphicFramePr>
          <p:nvPr>
            <p:ph idx="1"/>
            <p:extLst>
              <p:ext uri="{D42A27DB-BD31-4B8C-83A1-F6EECF244321}">
                <p14:modId xmlns:p14="http://schemas.microsoft.com/office/powerpoint/2010/main" val="1821991409"/>
              </p:ext>
            </p:extLst>
          </p:nvPr>
        </p:nvGraphicFramePr>
        <p:xfrm>
          <a:off x="1385887" y="1501775"/>
          <a:ext cx="9420225" cy="4873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28536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E79CA-AF88-3B15-0A36-C1267D9AB49B}"/>
              </a:ext>
            </a:extLst>
          </p:cNvPr>
          <p:cNvSpPr>
            <a:spLocks noGrp="1"/>
          </p:cNvSpPr>
          <p:nvPr>
            <p:ph type="title"/>
          </p:nvPr>
        </p:nvSpPr>
        <p:spPr>
          <a:xfrm>
            <a:off x="838200" y="495849"/>
            <a:ext cx="10515600" cy="1325563"/>
          </a:xfrm>
        </p:spPr>
        <p:txBody>
          <a:bodyPr anchor="ctr">
            <a:normAutofit/>
          </a:bodyPr>
          <a:lstStyle/>
          <a:p>
            <a:r>
              <a:rPr lang="en-US" dirty="0"/>
              <a:t>Step 1: Gather and inspect the data</a:t>
            </a:r>
          </a:p>
        </p:txBody>
      </p:sp>
      <p:graphicFrame>
        <p:nvGraphicFramePr>
          <p:cNvPr id="11" name="Content Placeholder 2">
            <a:extLst>
              <a:ext uri="{FF2B5EF4-FFF2-40B4-BE49-F238E27FC236}">
                <a16:creationId xmlns:a16="http://schemas.microsoft.com/office/drawing/2014/main" id="{9E39D3CB-0DA0-9D73-8D71-B243CAAA8B05}"/>
              </a:ext>
            </a:extLst>
          </p:cNvPr>
          <p:cNvGraphicFramePr>
            <a:graphicFrameLocks noGrp="1"/>
          </p:cNvGraphicFramePr>
          <p:nvPr>
            <p:ph sz="half" idx="1"/>
            <p:extLst>
              <p:ext uri="{D42A27DB-BD31-4B8C-83A1-F6EECF244321}">
                <p14:modId xmlns:p14="http://schemas.microsoft.com/office/powerpoint/2010/main" val="3626882970"/>
              </p:ext>
            </p:extLst>
          </p:nvPr>
        </p:nvGraphicFramePr>
        <p:xfrm>
          <a:off x="838200" y="1825625"/>
          <a:ext cx="10206038"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93400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794CF3D-AA8F-6A89-31F3-B08E5C09AED9}"/>
              </a:ext>
            </a:extLst>
          </p:cNvPr>
          <p:cNvSpPr>
            <a:spLocks noGrp="1"/>
          </p:cNvSpPr>
          <p:nvPr>
            <p:ph type="title"/>
          </p:nvPr>
        </p:nvSpPr>
        <p:spPr/>
        <p:txBody>
          <a:bodyPr/>
          <a:lstStyle/>
          <a:p>
            <a:r>
              <a:rPr lang="en-US" dirty="0"/>
              <a:t xml:space="preserve">Step 2: Clean the data. Using our checklist from Chapter 7 </a:t>
            </a:r>
          </a:p>
        </p:txBody>
      </p:sp>
      <p:sp>
        <p:nvSpPr>
          <p:cNvPr id="7" name="Shape 1">
            <a:extLst>
              <a:ext uri="{FF2B5EF4-FFF2-40B4-BE49-F238E27FC236}">
                <a16:creationId xmlns:a16="http://schemas.microsoft.com/office/drawing/2014/main" id="{0EEEBBF2-0E64-2AC4-B6FF-18482AA7D2E2}"/>
              </a:ext>
            </a:extLst>
          </p:cNvPr>
          <p:cNvSpPr/>
          <p:nvPr/>
        </p:nvSpPr>
        <p:spPr>
          <a:xfrm>
            <a:off x="632916" y="2839641"/>
            <a:ext cx="425252" cy="42525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8" name="Text 2">
            <a:extLst>
              <a:ext uri="{FF2B5EF4-FFF2-40B4-BE49-F238E27FC236}">
                <a16:creationId xmlns:a16="http://schemas.microsoft.com/office/drawing/2014/main" id="{54FB90DF-747E-1C1A-3163-19F4B64C0734}"/>
              </a:ext>
            </a:extLst>
          </p:cNvPr>
          <p:cNvSpPr/>
          <p:nvPr/>
        </p:nvSpPr>
        <p:spPr>
          <a:xfrm>
            <a:off x="703808" y="2875063"/>
            <a:ext cx="283468" cy="354409"/>
          </a:xfrm>
          <a:prstGeom prst="rect">
            <a:avLst/>
          </a:prstGeom>
          <a:noFill/>
          <a:ln/>
        </p:spPr>
        <p:txBody>
          <a:bodyPr wrap="none" lIns="0" tIns="0" rIns="0" bIns="0" rtlCol="0" anchor="t"/>
          <a:lstStyle/>
          <a:p>
            <a:pPr algn="ctr">
              <a:lnSpc>
                <a:spcPts val="2208"/>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1</a:t>
            </a:r>
            <a:endParaRPr lang="en-US" sz="2800" dirty="0">
              <a:latin typeface="Aptos" panose="020B0004020202020204" pitchFamily="34" charset="0"/>
            </a:endParaRPr>
          </a:p>
        </p:txBody>
      </p:sp>
      <p:sp>
        <p:nvSpPr>
          <p:cNvPr id="9" name="Text 3">
            <a:extLst>
              <a:ext uri="{FF2B5EF4-FFF2-40B4-BE49-F238E27FC236}">
                <a16:creationId xmlns:a16="http://schemas.microsoft.com/office/drawing/2014/main" id="{495776C8-56D5-0636-2919-307C090E8C81}"/>
              </a:ext>
            </a:extLst>
          </p:cNvPr>
          <p:cNvSpPr/>
          <p:nvPr/>
        </p:nvSpPr>
        <p:spPr>
          <a:xfrm>
            <a:off x="1247181" y="2904531"/>
            <a:ext cx="3438029"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Check Row and Column Counts</a:t>
            </a:r>
            <a:endParaRPr lang="en-US" sz="2400" dirty="0">
              <a:latin typeface="Aptos" panose="020B0004020202020204" pitchFamily="34" charset="0"/>
            </a:endParaRPr>
          </a:p>
        </p:txBody>
      </p:sp>
      <p:sp>
        <p:nvSpPr>
          <p:cNvPr id="10" name="Text 4">
            <a:extLst>
              <a:ext uri="{FF2B5EF4-FFF2-40B4-BE49-F238E27FC236}">
                <a16:creationId xmlns:a16="http://schemas.microsoft.com/office/drawing/2014/main" id="{FAD8B6AA-1993-F391-BC01-52C3D5893D3C}"/>
              </a:ext>
            </a:extLst>
          </p:cNvPr>
          <p:cNvSpPr/>
          <p:nvPr/>
        </p:nvSpPr>
        <p:spPr>
          <a:xfrm>
            <a:off x="1247180" y="3313213"/>
            <a:ext cx="4702175"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Verify datasets have expected dimensions.</a:t>
            </a:r>
            <a:endParaRPr lang="en-US" dirty="0">
              <a:latin typeface="Aptos" panose="020B0004020202020204" pitchFamily="34" charset="0"/>
            </a:endParaRPr>
          </a:p>
        </p:txBody>
      </p:sp>
      <p:sp>
        <p:nvSpPr>
          <p:cNvPr id="11" name="Shape 5">
            <a:extLst>
              <a:ext uri="{FF2B5EF4-FFF2-40B4-BE49-F238E27FC236}">
                <a16:creationId xmlns:a16="http://schemas.microsoft.com/office/drawing/2014/main" id="{08CAB6AF-03D0-AF57-03B5-5E303FF6AC43}"/>
              </a:ext>
            </a:extLst>
          </p:cNvPr>
          <p:cNvSpPr/>
          <p:nvPr/>
        </p:nvSpPr>
        <p:spPr>
          <a:xfrm>
            <a:off x="6185594" y="2839641"/>
            <a:ext cx="425252" cy="42525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12" name="Text 6">
            <a:extLst>
              <a:ext uri="{FF2B5EF4-FFF2-40B4-BE49-F238E27FC236}">
                <a16:creationId xmlns:a16="http://schemas.microsoft.com/office/drawing/2014/main" id="{AC0B7AA0-D9E0-94E5-6B2A-831D0C1D54C0}"/>
              </a:ext>
            </a:extLst>
          </p:cNvPr>
          <p:cNvSpPr/>
          <p:nvPr/>
        </p:nvSpPr>
        <p:spPr>
          <a:xfrm>
            <a:off x="6256487" y="2875063"/>
            <a:ext cx="283468" cy="354409"/>
          </a:xfrm>
          <a:prstGeom prst="rect">
            <a:avLst/>
          </a:prstGeom>
          <a:noFill/>
          <a:ln/>
        </p:spPr>
        <p:txBody>
          <a:bodyPr wrap="none" lIns="0" tIns="0" rIns="0" bIns="0" rtlCol="0" anchor="t"/>
          <a:lstStyle/>
          <a:p>
            <a:pPr algn="ctr">
              <a:lnSpc>
                <a:spcPts val="2208"/>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2</a:t>
            </a:r>
            <a:endParaRPr lang="en-US" sz="2800" dirty="0">
              <a:latin typeface="Aptos" panose="020B0004020202020204" pitchFamily="34" charset="0"/>
            </a:endParaRPr>
          </a:p>
        </p:txBody>
      </p:sp>
      <p:sp>
        <p:nvSpPr>
          <p:cNvPr id="13" name="Text 7">
            <a:extLst>
              <a:ext uri="{FF2B5EF4-FFF2-40B4-BE49-F238E27FC236}">
                <a16:creationId xmlns:a16="http://schemas.microsoft.com/office/drawing/2014/main" id="{4BCD253D-78F5-75B7-58F7-451C60BE1471}"/>
              </a:ext>
            </a:extLst>
          </p:cNvPr>
          <p:cNvSpPr/>
          <p:nvPr/>
        </p:nvSpPr>
        <p:spPr>
          <a:xfrm>
            <a:off x="6799858" y="2904531"/>
            <a:ext cx="2483048"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Review Column Names</a:t>
            </a:r>
            <a:endParaRPr lang="en-US" sz="2400" dirty="0">
              <a:latin typeface="Aptos" panose="020B0004020202020204" pitchFamily="34" charset="0"/>
            </a:endParaRPr>
          </a:p>
        </p:txBody>
      </p:sp>
      <p:sp>
        <p:nvSpPr>
          <p:cNvPr id="14" name="Text 8">
            <a:extLst>
              <a:ext uri="{FF2B5EF4-FFF2-40B4-BE49-F238E27FC236}">
                <a16:creationId xmlns:a16="http://schemas.microsoft.com/office/drawing/2014/main" id="{7FE98606-B56C-4B98-229F-54C8B5D978FC}"/>
              </a:ext>
            </a:extLst>
          </p:cNvPr>
          <p:cNvSpPr/>
          <p:nvPr/>
        </p:nvSpPr>
        <p:spPr>
          <a:xfrm>
            <a:off x="6799858" y="3313213"/>
            <a:ext cx="4702175"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Ensure naming is consistent across datasets.</a:t>
            </a:r>
            <a:endParaRPr lang="en-US" dirty="0">
              <a:latin typeface="Aptos" panose="020B0004020202020204" pitchFamily="34" charset="0"/>
            </a:endParaRPr>
          </a:p>
        </p:txBody>
      </p:sp>
      <p:sp>
        <p:nvSpPr>
          <p:cNvPr id="15" name="Shape 9">
            <a:extLst>
              <a:ext uri="{FF2B5EF4-FFF2-40B4-BE49-F238E27FC236}">
                <a16:creationId xmlns:a16="http://schemas.microsoft.com/office/drawing/2014/main" id="{15B4F51D-C1D2-B110-FBF2-C6EADD006BA3}"/>
              </a:ext>
            </a:extLst>
          </p:cNvPr>
          <p:cNvSpPr/>
          <p:nvPr/>
        </p:nvSpPr>
        <p:spPr>
          <a:xfrm>
            <a:off x="632916" y="3993655"/>
            <a:ext cx="425252" cy="42525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16" name="Text 10">
            <a:extLst>
              <a:ext uri="{FF2B5EF4-FFF2-40B4-BE49-F238E27FC236}">
                <a16:creationId xmlns:a16="http://schemas.microsoft.com/office/drawing/2014/main" id="{87DA571E-B803-F4AE-BD55-2B5522403A3D}"/>
              </a:ext>
            </a:extLst>
          </p:cNvPr>
          <p:cNvSpPr/>
          <p:nvPr/>
        </p:nvSpPr>
        <p:spPr>
          <a:xfrm>
            <a:off x="703808" y="4029076"/>
            <a:ext cx="283468" cy="354409"/>
          </a:xfrm>
          <a:prstGeom prst="rect">
            <a:avLst/>
          </a:prstGeom>
          <a:noFill/>
          <a:ln/>
        </p:spPr>
        <p:txBody>
          <a:bodyPr wrap="none" lIns="0" tIns="0" rIns="0" bIns="0" rtlCol="0" anchor="t"/>
          <a:lstStyle/>
          <a:p>
            <a:pPr algn="ctr">
              <a:lnSpc>
                <a:spcPts val="2208"/>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3</a:t>
            </a:r>
            <a:endParaRPr lang="en-US" sz="2800" dirty="0">
              <a:latin typeface="Aptos" panose="020B0004020202020204" pitchFamily="34" charset="0"/>
            </a:endParaRPr>
          </a:p>
        </p:txBody>
      </p:sp>
      <p:sp>
        <p:nvSpPr>
          <p:cNvPr id="17" name="Text 11">
            <a:extLst>
              <a:ext uri="{FF2B5EF4-FFF2-40B4-BE49-F238E27FC236}">
                <a16:creationId xmlns:a16="http://schemas.microsoft.com/office/drawing/2014/main" id="{6C7854BC-3A37-08D3-901E-896A37314FC5}"/>
              </a:ext>
            </a:extLst>
          </p:cNvPr>
          <p:cNvSpPr/>
          <p:nvPr/>
        </p:nvSpPr>
        <p:spPr>
          <a:xfrm>
            <a:off x="1247180" y="4058544"/>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Examine Data Types</a:t>
            </a:r>
            <a:endParaRPr lang="en-US" sz="2400" dirty="0">
              <a:latin typeface="Aptos" panose="020B0004020202020204" pitchFamily="34" charset="0"/>
            </a:endParaRPr>
          </a:p>
        </p:txBody>
      </p:sp>
      <p:sp>
        <p:nvSpPr>
          <p:cNvPr id="18" name="Text 12">
            <a:extLst>
              <a:ext uri="{FF2B5EF4-FFF2-40B4-BE49-F238E27FC236}">
                <a16:creationId xmlns:a16="http://schemas.microsoft.com/office/drawing/2014/main" id="{BE696DB2-51A9-1904-E287-AA32DDAFEB5C}"/>
              </a:ext>
            </a:extLst>
          </p:cNvPr>
          <p:cNvSpPr/>
          <p:nvPr/>
        </p:nvSpPr>
        <p:spPr>
          <a:xfrm>
            <a:off x="1247180" y="4467226"/>
            <a:ext cx="4702175" cy="604838"/>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Confirm appropriate types (numeric, date, categorical).</a:t>
            </a:r>
            <a:endParaRPr lang="en-US" dirty="0">
              <a:latin typeface="Aptos" panose="020B0004020202020204" pitchFamily="34" charset="0"/>
            </a:endParaRPr>
          </a:p>
        </p:txBody>
      </p:sp>
      <p:sp>
        <p:nvSpPr>
          <p:cNvPr id="19" name="Shape 13">
            <a:extLst>
              <a:ext uri="{FF2B5EF4-FFF2-40B4-BE49-F238E27FC236}">
                <a16:creationId xmlns:a16="http://schemas.microsoft.com/office/drawing/2014/main" id="{A4E28574-0CEE-2150-A427-CFBB369CE447}"/>
              </a:ext>
            </a:extLst>
          </p:cNvPr>
          <p:cNvSpPr/>
          <p:nvPr/>
        </p:nvSpPr>
        <p:spPr>
          <a:xfrm>
            <a:off x="6185594" y="3993655"/>
            <a:ext cx="425252" cy="42525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20" name="Text 14">
            <a:extLst>
              <a:ext uri="{FF2B5EF4-FFF2-40B4-BE49-F238E27FC236}">
                <a16:creationId xmlns:a16="http://schemas.microsoft.com/office/drawing/2014/main" id="{F9390CCD-964D-A701-E3B4-078B4D2EC418}"/>
              </a:ext>
            </a:extLst>
          </p:cNvPr>
          <p:cNvSpPr/>
          <p:nvPr/>
        </p:nvSpPr>
        <p:spPr>
          <a:xfrm>
            <a:off x="6256487" y="4029076"/>
            <a:ext cx="283468" cy="354409"/>
          </a:xfrm>
          <a:prstGeom prst="rect">
            <a:avLst/>
          </a:prstGeom>
          <a:noFill/>
          <a:ln/>
        </p:spPr>
        <p:txBody>
          <a:bodyPr wrap="none" lIns="0" tIns="0" rIns="0" bIns="0" rtlCol="0" anchor="t"/>
          <a:lstStyle/>
          <a:p>
            <a:pPr algn="ctr">
              <a:lnSpc>
                <a:spcPts val="2208"/>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4</a:t>
            </a:r>
            <a:endParaRPr lang="en-US" sz="2800" dirty="0">
              <a:latin typeface="Aptos" panose="020B0004020202020204" pitchFamily="34" charset="0"/>
            </a:endParaRPr>
          </a:p>
        </p:txBody>
      </p:sp>
      <p:sp>
        <p:nvSpPr>
          <p:cNvPr id="21" name="Text 15">
            <a:extLst>
              <a:ext uri="{FF2B5EF4-FFF2-40B4-BE49-F238E27FC236}">
                <a16:creationId xmlns:a16="http://schemas.microsoft.com/office/drawing/2014/main" id="{AAA3E5CA-7C6C-C3C5-B6F3-9EDB576F31E8}"/>
              </a:ext>
            </a:extLst>
          </p:cNvPr>
          <p:cNvSpPr/>
          <p:nvPr/>
        </p:nvSpPr>
        <p:spPr>
          <a:xfrm>
            <a:off x="6799858" y="4058544"/>
            <a:ext cx="2571651"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Preview Sample Entries</a:t>
            </a:r>
            <a:endParaRPr lang="en-US" sz="2400" dirty="0">
              <a:latin typeface="Aptos" panose="020B0004020202020204" pitchFamily="34" charset="0"/>
            </a:endParaRPr>
          </a:p>
        </p:txBody>
      </p:sp>
      <p:sp>
        <p:nvSpPr>
          <p:cNvPr id="22" name="Text 16">
            <a:extLst>
              <a:ext uri="{FF2B5EF4-FFF2-40B4-BE49-F238E27FC236}">
                <a16:creationId xmlns:a16="http://schemas.microsoft.com/office/drawing/2014/main" id="{B1DDE403-C32C-8939-10A4-F5DD2A95B772}"/>
              </a:ext>
            </a:extLst>
          </p:cNvPr>
          <p:cNvSpPr/>
          <p:nvPr/>
        </p:nvSpPr>
        <p:spPr>
          <a:xfrm>
            <a:off x="6799858" y="4467226"/>
            <a:ext cx="4702175"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Look at first few rows to understand data structure.</a:t>
            </a:r>
            <a:endParaRPr lang="en-US" dirty="0">
              <a:latin typeface="Aptos" panose="020B0004020202020204" pitchFamily="34" charset="0"/>
            </a:endParaRPr>
          </a:p>
        </p:txBody>
      </p:sp>
      <p:sp>
        <p:nvSpPr>
          <p:cNvPr id="23" name="Text 17">
            <a:extLst>
              <a:ext uri="{FF2B5EF4-FFF2-40B4-BE49-F238E27FC236}">
                <a16:creationId xmlns:a16="http://schemas.microsoft.com/office/drawing/2014/main" id="{56B4F534-42B7-F946-485F-DF5DE2B0EC1F}"/>
              </a:ext>
            </a:extLst>
          </p:cNvPr>
          <p:cNvSpPr/>
          <p:nvPr/>
        </p:nvSpPr>
        <p:spPr>
          <a:xfrm>
            <a:off x="632917" y="5284689"/>
            <a:ext cx="10869018"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This initial inspection helps identify potential issues before diving deeper into analysis.</a:t>
            </a:r>
            <a:endParaRPr lang="en-US" dirty="0">
              <a:latin typeface="Aptos" panose="020B0004020202020204" pitchFamily="34" charset="0"/>
            </a:endParaRPr>
          </a:p>
        </p:txBody>
      </p:sp>
    </p:spTree>
    <p:extLst>
      <p:ext uri="{BB962C8B-B14F-4D97-AF65-F5344CB8AC3E}">
        <p14:creationId xmlns:p14="http://schemas.microsoft.com/office/powerpoint/2010/main" val="1644016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43F40-9933-C8B4-D99B-69422F7DF2B3}"/>
              </a:ext>
            </a:extLst>
          </p:cNvPr>
          <p:cNvSpPr>
            <a:spLocks noGrp="1"/>
          </p:cNvSpPr>
          <p:nvPr>
            <p:ph type="title"/>
          </p:nvPr>
        </p:nvSpPr>
        <p:spPr/>
        <p:txBody>
          <a:bodyPr/>
          <a:lstStyle/>
          <a:p>
            <a:r>
              <a:rPr lang="en-US" dirty="0"/>
              <a:t>Step 3: Combine the data</a:t>
            </a:r>
          </a:p>
        </p:txBody>
      </p:sp>
      <p:sp>
        <p:nvSpPr>
          <p:cNvPr id="3" name="Content Placeholder 2">
            <a:extLst>
              <a:ext uri="{FF2B5EF4-FFF2-40B4-BE49-F238E27FC236}">
                <a16:creationId xmlns:a16="http://schemas.microsoft.com/office/drawing/2014/main" id="{2472DB0D-E76F-B2F1-0345-1BF09F8E6AC6}"/>
              </a:ext>
            </a:extLst>
          </p:cNvPr>
          <p:cNvSpPr>
            <a:spLocks noGrp="1"/>
          </p:cNvSpPr>
          <p:nvPr>
            <p:ph idx="1"/>
          </p:nvPr>
        </p:nvSpPr>
        <p:spPr/>
        <p:txBody>
          <a:bodyPr/>
          <a:lstStyle/>
          <a:p>
            <a:r>
              <a:rPr lang="en-US" dirty="0"/>
              <a:t xml:space="preserve">We’ll merge the bee counts with the weather data on Year and Month so that each record has both the bee count and corresponding weather for that month. </a:t>
            </a:r>
          </a:p>
          <a:p>
            <a:r>
              <a:rPr lang="en-US" dirty="0"/>
              <a:t>If there’s event data, we might merge that as well by date.</a:t>
            </a:r>
          </a:p>
          <a:p>
            <a:endParaRPr lang="en-US" dirty="0"/>
          </a:p>
        </p:txBody>
      </p:sp>
    </p:spTree>
    <p:extLst>
      <p:ext uri="{BB962C8B-B14F-4D97-AF65-F5344CB8AC3E}">
        <p14:creationId xmlns:p14="http://schemas.microsoft.com/office/powerpoint/2010/main" val="3604656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B8ACC-ED11-EF5F-1E5C-3FB288143F62}"/>
              </a:ext>
            </a:extLst>
          </p:cNvPr>
          <p:cNvSpPr>
            <a:spLocks noGrp="1"/>
          </p:cNvSpPr>
          <p:nvPr>
            <p:ph type="title"/>
          </p:nvPr>
        </p:nvSpPr>
        <p:spPr>
          <a:xfrm>
            <a:off x="838200" y="1099100"/>
            <a:ext cx="10515600" cy="1325563"/>
          </a:xfrm>
        </p:spPr>
        <p:txBody>
          <a:bodyPr anchor="ctr">
            <a:normAutofit/>
          </a:bodyPr>
          <a:lstStyle/>
          <a:p>
            <a:r>
              <a:rPr lang="en-US" dirty="0"/>
              <a:t>Step 4: Exploratory Analysis</a:t>
            </a:r>
          </a:p>
        </p:txBody>
      </p:sp>
      <p:graphicFrame>
        <p:nvGraphicFramePr>
          <p:cNvPr id="5" name="Content Placeholder 2">
            <a:extLst>
              <a:ext uri="{FF2B5EF4-FFF2-40B4-BE49-F238E27FC236}">
                <a16:creationId xmlns:a16="http://schemas.microsoft.com/office/drawing/2014/main" id="{FDBC5412-5952-E910-5AE4-A939B1887FD3}"/>
              </a:ext>
            </a:extLst>
          </p:cNvPr>
          <p:cNvGraphicFramePr>
            <a:graphicFrameLocks noGrp="1"/>
          </p:cNvGraphicFramePr>
          <p:nvPr>
            <p:ph idx="1"/>
            <p:extLst>
              <p:ext uri="{D42A27DB-BD31-4B8C-83A1-F6EECF244321}">
                <p14:modId xmlns:p14="http://schemas.microsoft.com/office/powerpoint/2010/main" val="1670254625"/>
              </p:ext>
            </p:extLst>
          </p:nvPr>
        </p:nvGraphicFramePr>
        <p:xfrm>
          <a:off x="838200" y="2604051"/>
          <a:ext cx="10515600" cy="35729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03232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6413D-88D9-9DFF-DCCB-341206E12E7C}"/>
              </a:ext>
            </a:extLst>
          </p:cNvPr>
          <p:cNvSpPr>
            <a:spLocks noGrp="1"/>
          </p:cNvSpPr>
          <p:nvPr>
            <p:ph type="title"/>
          </p:nvPr>
        </p:nvSpPr>
        <p:spPr>
          <a:xfrm>
            <a:off x="838200" y="1099100"/>
            <a:ext cx="10515600" cy="1325563"/>
          </a:xfrm>
        </p:spPr>
        <p:txBody>
          <a:bodyPr anchor="ctr">
            <a:normAutofit/>
          </a:bodyPr>
          <a:lstStyle/>
          <a:p>
            <a:r>
              <a:rPr lang="en-US" dirty="0"/>
              <a:t xml:space="preserve">Step 5: Interpret the findings </a:t>
            </a:r>
          </a:p>
        </p:txBody>
      </p:sp>
      <p:graphicFrame>
        <p:nvGraphicFramePr>
          <p:cNvPr id="5" name="Content Placeholder 2">
            <a:extLst>
              <a:ext uri="{FF2B5EF4-FFF2-40B4-BE49-F238E27FC236}">
                <a16:creationId xmlns:a16="http://schemas.microsoft.com/office/drawing/2014/main" id="{AC3474C5-BDA6-9D52-679E-9DDEC7FC96D8}"/>
              </a:ext>
            </a:extLst>
          </p:cNvPr>
          <p:cNvGraphicFramePr>
            <a:graphicFrameLocks noGrp="1"/>
          </p:cNvGraphicFramePr>
          <p:nvPr>
            <p:ph idx="1"/>
            <p:extLst>
              <p:ext uri="{D42A27DB-BD31-4B8C-83A1-F6EECF244321}">
                <p14:modId xmlns:p14="http://schemas.microsoft.com/office/powerpoint/2010/main" val="1847242841"/>
              </p:ext>
            </p:extLst>
          </p:nvPr>
        </p:nvGraphicFramePr>
        <p:xfrm>
          <a:off x="838200" y="2604051"/>
          <a:ext cx="10515600" cy="35729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2666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7D01A-AA25-C44F-FBBC-4C160D5D7FCE}"/>
              </a:ext>
            </a:extLst>
          </p:cNvPr>
          <p:cNvSpPr>
            <a:spLocks noGrp="1"/>
          </p:cNvSpPr>
          <p:nvPr>
            <p:ph type="title"/>
          </p:nvPr>
        </p:nvSpPr>
        <p:spPr/>
        <p:txBody>
          <a:bodyPr/>
          <a:lstStyle/>
          <a:p>
            <a:r>
              <a:rPr lang="en-US" dirty="0"/>
              <a:t>Step 6: Present the solution</a:t>
            </a:r>
          </a:p>
        </p:txBody>
      </p:sp>
      <p:pic>
        <p:nvPicPr>
          <p:cNvPr id="4" name="Image 0" descr="preencoded.png">
            <a:extLst>
              <a:ext uri="{FF2B5EF4-FFF2-40B4-BE49-F238E27FC236}">
                <a16:creationId xmlns:a16="http://schemas.microsoft.com/office/drawing/2014/main" id="{76410A2C-F03E-A842-C0D2-4F9FCD30F3DE}"/>
              </a:ext>
            </a:extLst>
          </p:cNvPr>
          <p:cNvPicPr>
            <a:picLocks noChangeAspect="1"/>
          </p:cNvPicPr>
          <p:nvPr/>
        </p:nvPicPr>
        <p:blipFill>
          <a:blip r:embed="rId2"/>
          <a:stretch>
            <a:fillRect/>
          </a:stretch>
        </p:blipFill>
        <p:spPr>
          <a:xfrm>
            <a:off x="2971681" y="2424663"/>
            <a:ext cx="6248638" cy="4165759"/>
          </a:xfrm>
          <a:prstGeom prst="rect">
            <a:avLst/>
          </a:prstGeom>
        </p:spPr>
      </p:pic>
    </p:spTree>
    <p:extLst>
      <p:ext uri="{BB962C8B-B14F-4D97-AF65-F5344CB8AC3E}">
        <p14:creationId xmlns:p14="http://schemas.microsoft.com/office/powerpoint/2010/main" val="743719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FCB1C-8EFF-3230-4EB2-B7AD771874F3}"/>
              </a:ext>
            </a:extLst>
          </p:cNvPr>
          <p:cNvSpPr>
            <a:spLocks noGrp="1"/>
          </p:cNvSpPr>
          <p:nvPr>
            <p:ph type="title"/>
          </p:nvPr>
        </p:nvSpPr>
        <p:spPr/>
        <p:txBody>
          <a:bodyPr/>
          <a:lstStyle/>
          <a:p>
            <a:r>
              <a:rPr lang="en-US" dirty="0"/>
              <a:t>Do Your Own Work!</a:t>
            </a:r>
          </a:p>
        </p:txBody>
      </p:sp>
      <p:sp>
        <p:nvSpPr>
          <p:cNvPr id="3" name="Content Placeholder 2">
            <a:extLst>
              <a:ext uri="{FF2B5EF4-FFF2-40B4-BE49-F238E27FC236}">
                <a16:creationId xmlns:a16="http://schemas.microsoft.com/office/drawing/2014/main" id="{47835434-0410-4E54-C6E7-518547F36FC8}"/>
              </a:ext>
            </a:extLst>
          </p:cNvPr>
          <p:cNvSpPr>
            <a:spLocks noGrp="1"/>
          </p:cNvSpPr>
          <p:nvPr>
            <p:ph idx="1"/>
          </p:nvPr>
        </p:nvSpPr>
        <p:spPr/>
        <p:txBody>
          <a:bodyPr/>
          <a:lstStyle/>
          <a:p>
            <a:r>
              <a:rPr lang="en-US" dirty="0"/>
              <a:t>Select your software (R or Python). If time allows, run on both and compare outputs.</a:t>
            </a:r>
          </a:p>
          <a:p>
            <a:r>
              <a:rPr lang="en-US" dirty="0"/>
              <a:t>Follow the steps.</a:t>
            </a:r>
          </a:p>
          <a:p>
            <a:r>
              <a:rPr lang="en-US" dirty="0"/>
              <a:t>Don’t forget to write your log record.</a:t>
            </a:r>
          </a:p>
          <a:p>
            <a:r>
              <a:rPr lang="en-US" dirty="0"/>
              <a:t>Check your results against Ch10.R and Ch10.ipynb. If yours differ — investigate why. Differences are learning opportunities.</a:t>
            </a:r>
          </a:p>
        </p:txBody>
      </p:sp>
    </p:spTree>
    <p:extLst>
      <p:ext uri="{BB962C8B-B14F-4D97-AF65-F5344CB8AC3E}">
        <p14:creationId xmlns:p14="http://schemas.microsoft.com/office/powerpoint/2010/main" val="1957822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1509DD-5574-5136-B278-CF2DCBD34731}"/>
              </a:ext>
            </a:extLst>
          </p:cNvPr>
          <p:cNvSpPr>
            <a:spLocks noGrp="1"/>
          </p:cNvSpPr>
          <p:nvPr>
            <p:ph type="title"/>
          </p:nvPr>
        </p:nvSpPr>
        <p:spPr>
          <a:xfrm>
            <a:off x="838200" y="471043"/>
            <a:ext cx="10515600" cy="1325563"/>
          </a:xfrm>
        </p:spPr>
        <p:txBody>
          <a:bodyPr anchor="ctr">
            <a:normAutofit/>
          </a:bodyPr>
          <a:lstStyle/>
          <a:p>
            <a:r>
              <a:rPr lang="en-US" dirty="0"/>
              <a:t xml:space="preserve">Correlation vs. Causation – </a:t>
            </a:r>
            <a:br>
              <a:rPr lang="en-US" dirty="0"/>
            </a:br>
            <a:r>
              <a:rPr lang="en-US" dirty="0"/>
              <a:t>Important Distinction</a:t>
            </a:r>
          </a:p>
        </p:txBody>
      </p:sp>
      <p:sp>
        <p:nvSpPr>
          <p:cNvPr id="6" name="Content Placeholder 5">
            <a:extLst>
              <a:ext uri="{FF2B5EF4-FFF2-40B4-BE49-F238E27FC236}">
                <a16:creationId xmlns:a16="http://schemas.microsoft.com/office/drawing/2014/main" id="{7C89F834-48C3-A198-1A1E-A6F224A1D818}"/>
              </a:ext>
            </a:extLst>
          </p:cNvPr>
          <p:cNvSpPr>
            <a:spLocks noGrp="1"/>
          </p:cNvSpPr>
          <p:nvPr>
            <p:ph sz="half" idx="1"/>
          </p:nvPr>
        </p:nvSpPr>
        <p:spPr>
          <a:xfrm>
            <a:off x="838200" y="2032000"/>
            <a:ext cx="5181600" cy="4351338"/>
          </a:xfrm>
        </p:spPr>
        <p:txBody>
          <a:bodyPr>
            <a:normAutofit/>
          </a:bodyPr>
          <a:lstStyle/>
          <a:p>
            <a:r>
              <a:rPr lang="en-US" sz="2400" dirty="0"/>
              <a:t>Strong correlation (r ≈ -0.7 between temp and bee counts) is compelling evidence — but NOT proof of causation.</a:t>
            </a:r>
          </a:p>
          <a:p>
            <a:r>
              <a:rPr lang="en-US" sz="2400" dirty="0"/>
              <a:t>Lurking variables (pesticide use, disease, habitat loss) could explain the pattern. A controlled experiment — where you manipulate only temperature — would be needed to establish causation.</a:t>
            </a:r>
          </a:p>
          <a:p>
            <a:r>
              <a:rPr lang="en-US" sz="2400" dirty="0"/>
              <a:t>The biological mechanism is plausible and consistent, which raises our confidence — but correlation plus a mechanism still isn’t the same as proof. Always stay honest about what your data can and cannot show.</a:t>
            </a:r>
          </a:p>
          <a:p>
            <a:endParaRPr lang="en-US" sz="2400" dirty="0"/>
          </a:p>
        </p:txBody>
      </p:sp>
      <p:pic>
        <p:nvPicPr>
          <p:cNvPr id="7" name="Image 0" descr="preencoded.png">
            <a:extLst>
              <a:ext uri="{FF2B5EF4-FFF2-40B4-BE49-F238E27FC236}">
                <a16:creationId xmlns:a16="http://schemas.microsoft.com/office/drawing/2014/main" id="{943B3722-7350-0312-C5FD-57CE7782C1CB}"/>
              </a:ext>
            </a:extLst>
          </p:cNvPr>
          <p:cNvPicPr>
            <a:picLocks noChangeAspect="1"/>
          </p:cNvPicPr>
          <p:nvPr/>
        </p:nvPicPr>
        <p:blipFill>
          <a:blip r:embed="rId2"/>
          <a:stretch>
            <a:fillRect/>
          </a:stretch>
        </p:blipFill>
        <p:spPr>
          <a:xfrm>
            <a:off x="6172202" y="2484787"/>
            <a:ext cx="5181600" cy="3445763"/>
          </a:xfrm>
          <a:prstGeom prst="rect">
            <a:avLst/>
          </a:prstGeom>
          <a:noFill/>
        </p:spPr>
      </p:pic>
    </p:spTree>
    <p:extLst>
      <p:ext uri="{BB962C8B-B14F-4D97-AF65-F5344CB8AC3E}">
        <p14:creationId xmlns:p14="http://schemas.microsoft.com/office/powerpoint/2010/main" val="2767078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4BFDD-2BD2-7E65-C40D-9F13A35A5961}"/>
              </a:ext>
            </a:extLst>
          </p:cNvPr>
          <p:cNvSpPr>
            <a:spLocks noGrp="1"/>
          </p:cNvSpPr>
          <p:nvPr>
            <p:ph type="ctrTitle"/>
          </p:nvPr>
        </p:nvSpPr>
        <p:spPr/>
        <p:txBody>
          <a:bodyPr/>
          <a:lstStyle/>
          <a:p>
            <a:r>
              <a:rPr lang="en-US" dirty="0"/>
              <a:t>Chapter 10</a:t>
            </a:r>
          </a:p>
        </p:txBody>
      </p:sp>
      <p:sp>
        <p:nvSpPr>
          <p:cNvPr id="3" name="Subtitle 2">
            <a:extLst>
              <a:ext uri="{FF2B5EF4-FFF2-40B4-BE49-F238E27FC236}">
                <a16:creationId xmlns:a16="http://schemas.microsoft.com/office/drawing/2014/main" id="{9B1922CA-504B-C2EE-1DC8-ADA478C3DAF0}"/>
              </a:ext>
            </a:extLst>
          </p:cNvPr>
          <p:cNvSpPr>
            <a:spLocks noGrp="1"/>
          </p:cNvSpPr>
          <p:nvPr>
            <p:ph type="subTitle" idx="1"/>
          </p:nvPr>
        </p:nvSpPr>
        <p:spPr/>
        <p:txBody>
          <a:bodyPr/>
          <a:lstStyle/>
          <a:p>
            <a:r>
              <a:rPr lang="en-US" dirty="0"/>
              <a:t>Are Your Findings Similar?</a:t>
            </a:r>
          </a:p>
        </p:txBody>
      </p:sp>
    </p:spTree>
    <p:extLst>
      <p:ext uri="{BB962C8B-B14F-4D97-AF65-F5344CB8AC3E}">
        <p14:creationId xmlns:p14="http://schemas.microsoft.com/office/powerpoint/2010/main" val="161708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C9C17-D550-6751-626B-D36D5A0231BC}"/>
              </a:ext>
            </a:extLst>
          </p:cNvPr>
          <p:cNvSpPr>
            <a:spLocks noGrp="1"/>
          </p:cNvSpPr>
          <p:nvPr>
            <p:ph type="title"/>
          </p:nvPr>
        </p:nvSpPr>
        <p:spPr/>
        <p:txBody>
          <a:bodyPr/>
          <a:lstStyle/>
          <a:p>
            <a:r>
              <a:rPr lang="en-US" dirty="0"/>
              <a:t>Key Findings</a:t>
            </a:r>
          </a:p>
        </p:txBody>
      </p:sp>
      <p:sp>
        <p:nvSpPr>
          <p:cNvPr id="4" name="Shape 1">
            <a:extLst>
              <a:ext uri="{FF2B5EF4-FFF2-40B4-BE49-F238E27FC236}">
                <a16:creationId xmlns:a16="http://schemas.microsoft.com/office/drawing/2014/main" id="{99D2D9EB-6866-BCD0-76E9-BC4C3B85057E}"/>
              </a:ext>
            </a:extLst>
          </p:cNvPr>
          <p:cNvSpPr/>
          <p:nvPr/>
        </p:nvSpPr>
        <p:spPr>
          <a:xfrm>
            <a:off x="661491" y="2447429"/>
            <a:ext cx="425252" cy="425252"/>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pic>
        <p:nvPicPr>
          <p:cNvPr id="5" name="Image 1" descr="preencoded.png">
            <a:extLst>
              <a:ext uri="{FF2B5EF4-FFF2-40B4-BE49-F238E27FC236}">
                <a16:creationId xmlns:a16="http://schemas.microsoft.com/office/drawing/2014/main" id="{00554BB0-089C-034D-23B2-0F537BFE2597}"/>
              </a:ext>
            </a:extLst>
          </p:cNvPr>
          <p:cNvPicPr>
            <a:picLocks noChangeAspect="1"/>
          </p:cNvPicPr>
          <p:nvPr/>
        </p:nvPicPr>
        <p:blipFill>
          <a:blip r:embed="rId2"/>
          <a:stretch>
            <a:fillRect/>
          </a:stretch>
        </p:blipFill>
        <p:spPr>
          <a:xfrm>
            <a:off x="732383" y="2482851"/>
            <a:ext cx="283468" cy="354409"/>
          </a:xfrm>
          <a:prstGeom prst="rect">
            <a:avLst/>
          </a:prstGeom>
        </p:spPr>
      </p:pic>
      <p:sp>
        <p:nvSpPr>
          <p:cNvPr id="6" name="Text 2">
            <a:extLst>
              <a:ext uri="{FF2B5EF4-FFF2-40B4-BE49-F238E27FC236}">
                <a16:creationId xmlns:a16="http://schemas.microsoft.com/office/drawing/2014/main" id="{D882E1AD-99B9-D09A-1B50-550AF5A054B0}"/>
              </a:ext>
            </a:extLst>
          </p:cNvPr>
          <p:cNvSpPr/>
          <p:nvPr/>
        </p:nvSpPr>
        <p:spPr>
          <a:xfrm>
            <a:off x="1275755" y="2512318"/>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Consistent Pattern</a:t>
            </a:r>
            <a:endParaRPr lang="en-US" sz="2800" dirty="0">
              <a:latin typeface="Aptos" panose="020B0004020202020204" pitchFamily="34" charset="0"/>
            </a:endParaRPr>
          </a:p>
        </p:txBody>
      </p:sp>
      <p:sp>
        <p:nvSpPr>
          <p:cNvPr id="7" name="Text 3">
            <a:extLst>
              <a:ext uri="{FF2B5EF4-FFF2-40B4-BE49-F238E27FC236}">
                <a16:creationId xmlns:a16="http://schemas.microsoft.com/office/drawing/2014/main" id="{561B6E5F-16F3-DD7C-CB99-64DF2F5251A0}"/>
              </a:ext>
            </a:extLst>
          </p:cNvPr>
          <p:cNvSpPr/>
          <p:nvPr/>
        </p:nvSpPr>
        <p:spPr>
          <a:xfrm>
            <a:off x="1275755" y="2921000"/>
            <a:ext cx="3167658" cy="1209675"/>
          </a:xfrm>
          <a:prstGeom prst="rect">
            <a:avLst/>
          </a:prstGeom>
          <a:noFill/>
          <a:ln/>
        </p:spPr>
        <p:txBody>
          <a:bodyPr wrap="squar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Bee populations drop consistently in June-July compared to spring and late summer.</a:t>
            </a:r>
            <a:endParaRPr lang="en-US" sz="2000" dirty="0">
              <a:latin typeface="Aptos" panose="020B0004020202020204" pitchFamily="34" charset="0"/>
            </a:endParaRPr>
          </a:p>
        </p:txBody>
      </p:sp>
      <p:sp>
        <p:nvSpPr>
          <p:cNvPr id="8" name="Shape 4">
            <a:extLst>
              <a:ext uri="{FF2B5EF4-FFF2-40B4-BE49-F238E27FC236}">
                <a16:creationId xmlns:a16="http://schemas.microsoft.com/office/drawing/2014/main" id="{30A2E3BB-23BE-D238-6372-B252A4E00BB7}"/>
              </a:ext>
            </a:extLst>
          </p:cNvPr>
          <p:cNvSpPr/>
          <p:nvPr/>
        </p:nvSpPr>
        <p:spPr>
          <a:xfrm>
            <a:off x="4808143" y="2447429"/>
            <a:ext cx="425252" cy="425252"/>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pic>
        <p:nvPicPr>
          <p:cNvPr id="9" name="Image 2" descr="preencoded.png">
            <a:extLst>
              <a:ext uri="{FF2B5EF4-FFF2-40B4-BE49-F238E27FC236}">
                <a16:creationId xmlns:a16="http://schemas.microsoft.com/office/drawing/2014/main" id="{D64CB039-CEEF-BD16-9DCB-8AAC5512DEC1}"/>
              </a:ext>
            </a:extLst>
          </p:cNvPr>
          <p:cNvPicPr>
            <a:picLocks noChangeAspect="1"/>
          </p:cNvPicPr>
          <p:nvPr/>
        </p:nvPicPr>
        <p:blipFill>
          <a:blip r:embed="rId3"/>
          <a:stretch>
            <a:fillRect/>
          </a:stretch>
        </p:blipFill>
        <p:spPr>
          <a:xfrm>
            <a:off x="4879035" y="2482851"/>
            <a:ext cx="283468" cy="354409"/>
          </a:xfrm>
          <a:prstGeom prst="rect">
            <a:avLst/>
          </a:prstGeom>
        </p:spPr>
      </p:pic>
      <p:sp>
        <p:nvSpPr>
          <p:cNvPr id="10" name="Text 5">
            <a:extLst>
              <a:ext uri="{FF2B5EF4-FFF2-40B4-BE49-F238E27FC236}">
                <a16:creationId xmlns:a16="http://schemas.microsoft.com/office/drawing/2014/main" id="{E0BB6147-8A6C-C6A6-4C72-A08209597123}"/>
              </a:ext>
            </a:extLst>
          </p:cNvPr>
          <p:cNvSpPr/>
          <p:nvPr/>
        </p:nvSpPr>
        <p:spPr>
          <a:xfrm>
            <a:off x="5422406" y="2512318"/>
            <a:ext cx="2416175" cy="590550"/>
          </a:xfrm>
          <a:prstGeom prst="rect">
            <a:avLst/>
          </a:prstGeom>
          <a:noFill/>
          <a:ln/>
        </p:spPr>
        <p:txBody>
          <a:bodyPr wrap="squar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Temperature Correlation</a:t>
            </a:r>
            <a:endParaRPr lang="en-US" sz="2800" dirty="0">
              <a:latin typeface="Aptos" panose="020B0004020202020204" pitchFamily="34" charset="0"/>
            </a:endParaRPr>
          </a:p>
        </p:txBody>
      </p:sp>
      <p:sp>
        <p:nvSpPr>
          <p:cNvPr id="11" name="Text 6">
            <a:extLst>
              <a:ext uri="{FF2B5EF4-FFF2-40B4-BE49-F238E27FC236}">
                <a16:creationId xmlns:a16="http://schemas.microsoft.com/office/drawing/2014/main" id="{48689C5A-0E12-F6FF-3EA9-0812CD7F4FDA}"/>
              </a:ext>
            </a:extLst>
          </p:cNvPr>
          <p:cNvSpPr/>
          <p:nvPr/>
        </p:nvSpPr>
        <p:spPr>
          <a:xfrm>
            <a:off x="5422406" y="3216275"/>
            <a:ext cx="2416175" cy="907257"/>
          </a:xfrm>
          <a:prstGeom prst="rect">
            <a:avLst/>
          </a:prstGeom>
          <a:noFill/>
          <a:ln/>
        </p:spPr>
        <p:txBody>
          <a:bodyPr wrap="squar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These drops coincide with the hottest temperatures of the year.</a:t>
            </a:r>
            <a:endParaRPr lang="en-US" sz="2000" dirty="0">
              <a:latin typeface="Aptos" panose="020B0004020202020204" pitchFamily="34" charset="0"/>
            </a:endParaRPr>
          </a:p>
        </p:txBody>
      </p:sp>
      <p:sp>
        <p:nvSpPr>
          <p:cNvPr id="12" name="Shape 7">
            <a:extLst>
              <a:ext uri="{FF2B5EF4-FFF2-40B4-BE49-F238E27FC236}">
                <a16:creationId xmlns:a16="http://schemas.microsoft.com/office/drawing/2014/main" id="{D71C9024-BFA6-1640-E1E8-1FA2AE3FD405}"/>
              </a:ext>
            </a:extLst>
          </p:cNvPr>
          <p:cNvSpPr/>
          <p:nvPr/>
        </p:nvSpPr>
        <p:spPr>
          <a:xfrm>
            <a:off x="661491" y="4823023"/>
            <a:ext cx="425252" cy="425252"/>
          </a:xfrm>
          <a:prstGeom prst="roundRect">
            <a:avLst>
              <a:gd name="adj" fmla="val 18669"/>
            </a:avLst>
          </a:prstGeom>
          <a:solidFill>
            <a:srgbClr val="CCEDFF"/>
          </a:solidFill>
          <a:ln w="7620">
            <a:solidFill>
              <a:srgbClr val="B2D3E5"/>
            </a:solidFill>
            <a:prstDash val="solid"/>
          </a:ln>
        </p:spPr>
        <p:txBody>
          <a:bodyPr/>
          <a:lstStyle/>
          <a:p>
            <a:endParaRPr lang="en-US" sz="2000">
              <a:latin typeface="Aptos" panose="020B0004020202020204" pitchFamily="34" charset="0"/>
            </a:endParaRPr>
          </a:p>
        </p:txBody>
      </p:sp>
      <p:pic>
        <p:nvPicPr>
          <p:cNvPr id="13" name="Image 3" descr="preencoded.png">
            <a:extLst>
              <a:ext uri="{FF2B5EF4-FFF2-40B4-BE49-F238E27FC236}">
                <a16:creationId xmlns:a16="http://schemas.microsoft.com/office/drawing/2014/main" id="{7B568B6A-413D-DF14-C2C7-8199E03C4882}"/>
              </a:ext>
            </a:extLst>
          </p:cNvPr>
          <p:cNvPicPr>
            <a:picLocks noChangeAspect="1"/>
          </p:cNvPicPr>
          <p:nvPr/>
        </p:nvPicPr>
        <p:blipFill>
          <a:blip r:embed="rId4"/>
          <a:stretch>
            <a:fillRect/>
          </a:stretch>
        </p:blipFill>
        <p:spPr>
          <a:xfrm>
            <a:off x="732383" y="4858445"/>
            <a:ext cx="283468" cy="354409"/>
          </a:xfrm>
          <a:prstGeom prst="rect">
            <a:avLst/>
          </a:prstGeom>
        </p:spPr>
      </p:pic>
      <p:sp>
        <p:nvSpPr>
          <p:cNvPr id="14" name="Text 8">
            <a:extLst>
              <a:ext uri="{FF2B5EF4-FFF2-40B4-BE49-F238E27FC236}">
                <a16:creationId xmlns:a16="http://schemas.microsoft.com/office/drawing/2014/main" id="{9960DACC-07D2-F2C1-A318-278E1747979B}"/>
              </a:ext>
            </a:extLst>
          </p:cNvPr>
          <p:cNvSpPr/>
          <p:nvPr/>
        </p:nvSpPr>
        <p:spPr>
          <a:xfrm>
            <a:off x="1275755" y="4887913"/>
            <a:ext cx="2362696" cy="295275"/>
          </a:xfrm>
          <a:prstGeom prst="rect">
            <a:avLst/>
          </a:prstGeom>
          <a:noFill/>
          <a:ln/>
        </p:spPr>
        <p:txBody>
          <a:bodyPr wrap="none" lIns="0" tIns="0" rIns="0" bIns="0" rtlCol="0" anchor="t"/>
          <a:lstStyle/>
          <a:p>
            <a:pPr>
              <a:lnSpc>
                <a:spcPts val="2292"/>
              </a:lnSpc>
            </a:pPr>
            <a:r>
              <a:rPr lang="en-US" sz="2800" b="1" dirty="0">
                <a:solidFill>
                  <a:srgbClr val="000000"/>
                </a:solidFill>
                <a:latin typeface="Aptos" panose="020B0004020202020204" pitchFamily="34" charset="0"/>
                <a:ea typeface="Playfair Display Bold" pitchFamily="34" charset="-122"/>
                <a:cs typeface="Playfair Display Bold" pitchFamily="34" charset="-120"/>
              </a:rPr>
              <a:t>Rainfall Relationship</a:t>
            </a:r>
            <a:endParaRPr lang="en-US" sz="2800" dirty="0">
              <a:latin typeface="Aptos" panose="020B0004020202020204" pitchFamily="34" charset="0"/>
            </a:endParaRPr>
          </a:p>
        </p:txBody>
      </p:sp>
      <p:sp>
        <p:nvSpPr>
          <p:cNvPr id="15" name="Text 9">
            <a:extLst>
              <a:ext uri="{FF2B5EF4-FFF2-40B4-BE49-F238E27FC236}">
                <a16:creationId xmlns:a16="http://schemas.microsoft.com/office/drawing/2014/main" id="{D75F42A4-DDC7-78A2-D238-7B8931598C70}"/>
              </a:ext>
            </a:extLst>
          </p:cNvPr>
          <p:cNvSpPr/>
          <p:nvPr/>
        </p:nvSpPr>
        <p:spPr>
          <a:xfrm>
            <a:off x="1275756" y="5296595"/>
            <a:ext cx="5682754" cy="302419"/>
          </a:xfrm>
          <a:prstGeom prst="rect">
            <a:avLst/>
          </a:prstGeom>
          <a:noFill/>
          <a:ln/>
        </p:spPr>
        <p:txBody>
          <a:bodyPr wrap="none" lIns="0" tIns="0" rIns="0" bIns="0" rtlCol="0" anchor="t"/>
          <a:lstStyle/>
          <a:p>
            <a:pPr>
              <a:lnSpc>
                <a:spcPts val="2375"/>
              </a:lnSpc>
            </a:pPr>
            <a:r>
              <a:rPr lang="en-US" sz="2000" dirty="0">
                <a:solidFill>
                  <a:srgbClr val="000000"/>
                </a:solidFill>
                <a:latin typeface="Aptos" panose="020B0004020202020204" pitchFamily="34" charset="0"/>
                <a:ea typeface="Inter" pitchFamily="34" charset="-122"/>
                <a:cs typeface="Inter" pitchFamily="34" charset="-120"/>
              </a:rPr>
              <a:t>Lower rainfall periods also correlate with reduced bee counts.</a:t>
            </a:r>
            <a:endParaRPr lang="en-US" sz="2000" dirty="0">
              <a:latin typeface="Aptos" panose="020B0004020202020204" pitchFamily="34" charset="0"/>
            </a:endParaRPr>
          </a:p>
        </p:txBody>
      </p:sp>
      <p:pic>
        <p:nvPicPr>
          <p:cNvPr id="16" name="Image 0" descr="preencoded.png">
            <a:extLst>
              <a:ext uri="{FF2B5EF4-FFF2-40B4-BE49-F238E27FC236}">
                <a16:creationId xmlns:a16="http://schemas.microsoft.com/office/drawing/2014/main" id="{6DAC6899-E40A-8FBA-0633-ADAB9BF27C3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553551" y="1487763"/>
            <a:ext cx="3163821" cy="4745732"/>
          </a:xfrm>
          <a:prstGeom prst="rect">
            <a:avLst/>
          </a:prstGeom>
        </p:spPr>
      </p:pic>
    </p:spTree>
    <p:extLst>
      <p:ext uri="{BB962C8B-B14F-4D97-AF65-F5344CB8AC3E}">
        <p14:creationId xmlns:p14="http://schemas.microsoft.com/office/powerpoint/2010/main" val="2611469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5A775-ACEF-6931-3258-BEF6D1C8DDC9}"/>
              </a:ext>
            </a:extLst>
          </p:cNvPr>
          <p:cNvSpPr>
            <a:spLocks noGrp="1"/>
          </p:cNvSpPr>
          <p:nvPr>
            <p:ph type="title"/>
          </p:nvPr>
        </p:nvSpPr>
        <p:spPr>
          <a:xfrm>
            <a:off x="839788" y="457200"/>
            <a:ext cx="3932237" cy="1600200"/>
          </a:xfrm>
        </p:spPr>
        <p:txBody>
          <a:bodyPr vert="horz" lIns="91440" tIns="45720" rIns="91440" bIns="45720" rtlCol="0" anchor="b">
            <a:normAutofit/>
          </a:bodyPr>
          <a:lstStyle/>
          <a:p>
            <a:r>
              <a:rPr lang="en-US" kern="1200" dirty="0">
                <a:latin typeface="+mj-lt"/>
                <a:ea typeface="+mj-ea"/>
                <a:cs typeface="+mj-cs"/>
              </a:rPr>
              <a:t>The Most Plausible Explanation</a:t>
            </a:r>
          </a:p>
        </p:txBody>
      </p:sp>
      <p:sp>
        <p:nvSpPr>
          <p:cNvPr id="5" name="TextBox 4">
            <a:extLst>
              <a:ext uri="{FF2B5EF4-FFF2-40B4-BE49-F238E27FC236}">
                <a16:creationId xmlns:a16="http://schemas.microsoft.com/office/drawing/2014/main" id="{E1C960FB-5111-5E96-4947-4781A361B160}"/>
              </a:ext>
            </a:extLst>
          </p:cNvPr>
          <p:cNvSpPr txBox="1"/>
          <p:nvPr/>
        </p:nvSpPr>
        <p:spPr>
          <a:xfrm>
            <a:off x="836612" y="2560637"/>
            <a:ext cx="3932237" cy="3811588"/>
          </a:xfrm>
          <a:prstGeom prst="rect">
            <a:avLst/>
          </a:prstGeom>
        </p:spPr>
        <p:txBody>
          <a:bodyPr vert="horz" lIns="91440" tIns="45720" rIns="91440" bIns="45720" rtlCol="0">
            <a:normAutofit/>
          </a:bodyPr>
          <a:lstStyle/>
          <a:p>
            <a:pPr>
              <a:lnSpc>
                <a:spcPct val="90000"/>
              </a:lnSpc>
              <a:spcBef>
                <a:spcPts val="1000"/>
              </a:spcBef>
            </a:pPr>
            <a:r>
              <a:rPr lang="en-US" sz="2400" kern="1200" dirty="0">
                <a:latin typeface="+mn-lt"/>
                <a:ea typeface="+mn-ea"/>
                <a:cs typeface="+mn-cs"/>
              </a:rPr>
              <a:t>Extreme heat and dry conditions in early summer are stressing the bee colonies. High heat can cause bees to stay in the hive to cool it, reducing foraging activity. Drought can reduce food availability.</a:t>
            </a:r>
          </a:p>
        </p:txBody>
      </p:sp>
      <p:graphicFrame>
        <p:nvGraphicFramePr>
          <p:cNvPr id="7" name="Content Placeholder 2">
            <a:extLst>
              <a:ext uri="{FF2B5EF4-FFF2-40B4-BE49-F238E27FC236}">
                <a16:creationId xmlns:a16="http://schemas.microsoft.com/office/drawing/2014/main" id="{BACAC512-8082-357B-29C0-8AC89B5B62CB}"/>
              </a:ext>
            </a:extLst>
          </p:cNvPr>
          <p:cNvGraphicFramePr>
            <a:graphicFrameLocks noGrp="1"/>
          </p:cNvGraphicFramePr>
          <p:nvPr>
            <p:ph idx="1"/>
            <p:extLst>
              <p:ext uri="{D42A27DB-BD31-4B8C-83A1-F6EECF244321}">
                <p14:modId xmlns:p14="http://schemas.microsoft.com/office/powerpoint/2010/main" val="1244791477"/>
              </p:ext>
            </p:extLst>
          </p:nvPr>
        </p:nvGraphicFramePr>
        <p:xfrm>
          <a:off x="5183188" y="987425"/>
          <a:ext cx="6172200" cy="4873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1662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9639C61-4309-8569-181C-47B227A9DBF5}"/>
              </a:ext>
            </a:extLst>
          </p:cNvPr>
          <p:cNvSpPr>
            <a:spLocks noGrp="1"/>
          </p:cNvSpPr>
          <p:nvPr>
            <p:ph type="title"/>
          </p:nvPr>
        </p:nvSpPr>
        <p:spPr>
          <a:xfrm>
            <a:off x="787598" y="681038"/>
            <a:ext cx="10515600" cy="1325563"/>
          </a:xfrm>
        </p:spPr>
        <p:txBody>
          <a:bodyPr/>
          <a:lstStyle/>
          <a:p>
            <a:r>
              <a:rPr lang="en-US" dirty="0"/>
              <a:t>How Heat Affects Bees</a:t>
            </a:r>
          </a:p>
        </p:txBody>
      </p:sp>
      <p:sp>
        <p:nvSpPr>
          <p:cNvPr id="6" name="Content Placeholder 5">
            <a:extLst>
              <a:ext uri="{FF2B5EF4-FFF2-40B4-BE49-F238E27FC236}">
                <a16:creationId xmlns:a16="http://schemas.microsoft.com/office/drawing/2014/main" id="{068CEA85-40A5-948C-4B53-4B9DA163B06D}"/>
              </a:ext>
            </a:extLst>
          </p:cNvPr>
          <p:cNvSpPr>
            <a:spLocks noGrp="1"/>
          </p:cNvSpPr>
          <p:nvPr>
            <p:ph idx="1"/>
          </p:nvPr>
        </p:nvSpPr>
        <p:spPr>
          <a:xfrm>
            <a:off x="667047" y="2604051"/>
            <a:ext cx="5378351" cy="3572911"/>
          </a:xfrm>
        </p:spPr>
        <p:txBody>
          <a:bodyPr/>
          <a:lstStyle/>
          <a:p>
            <a:r>
              <a:rPr lang="en-US" dirty="0"/>
              <a:t>Biological Impacts</a:t>
            </a:r>
          </a:p>
          <a:p>
            <a:pPr lvl="1"/>
            <a:r>
              <a:rPr lang="en-US" dirty="0"/>
              <a:t>﻿﻿Bees must ventilate hives when hot</a:t>
            </a:r>
          </a:p>
          <a:p>
            <a:pPr lvl="1"/>
            <a:r>
              <a:rPr lang="en-US" dirty="0"/>
              <a:t>﻿﻿Foraging activity decreases</a:t>
            </a:r>
          </a:p>
          <a:p>
            <a:pPr lvl="1"/>
            <a:r>
              <a:rPr lang="en-US" dirty="0"/>
              <a:t>Water needs increase</a:t>
            </a:r>
          </a:p>
          <a:p>
            <a:pPr lvl="1"/>
            <a:r>
              <a:rPr lang="en-US" dirty="0"/>
              <a:t>﻿Nectar production in flowers decreases</a:t>
            </a:r>
          </a:p>
          <a:p>
            <a:endParaRPr lang="en-US" dirty="0"/>
          </a:p>
        </p:txBody>
      </p:sp>
      <p:pic>
        <p:nvPicPr>
          <p:cNvPr id="7" name="Image 0" descr="preencoded.png">
            <a:extLst>
              <a:ext uri="{FF2B5EF4-FFF2-40B4-BE49-F238E27FC236}">
                <a16:creationId xmlns:a16="http://schemas.microsoft.com/office/drawing/2014/main" id="{4FFCCAC3-B3B1-4FC5-3D8E-A2B7F15EEB38}"/>
              </a:ext>
            </a:extLst>
          </p:cNvPr>
          <p:cNvPicPr>
            <a:picLocks noChangeAspect="1"/>
          </p:cNvPicPr>
          <p:nvPr/>
        </p:nvPicPr>
        <p:blipFill>
          <a:blip r:embed="rId2"/>
          <a:stretch>
            <a:fillRect/>
          </a:stretch>
        </p:blipFill>
        <p:spPr>
          <a:xfrm>
            <a:off x="6317755" y="1761881"/>
            <a:ext cx="5207198" cy="3471466"/>
          </a:xfrm>
          <a:prstGeom prst="rect">
            <a:avLst/>
          </a:prstGeom>
        </p:spPr>
      </p:pic>
      <p:sp>
        <p:nvSpPr>
          <p:cNvPr id="9" name="TextBox 8">
            <a:extLst>
              <a:ext uri="{FF2B5EF4-FFF2-40B4-BE49-F238E27FC236}">
                <a16:creationId xmlns:a16="http://schemas.microsoft.com/office/drawing/2014/main" id="{DB1E1B4E-7224-E8A4-94FD-3322A9AD557D}"/>
              </a:ext>
            </a:extLst>
          </p:cNvPr>
          <p:cNvSpPr txBox="1"/>
          <p:nvPr/>
        </p:nvSpPr>
        <p:spPr>
          <a:xfrm>
            <a:off x="6045398" y="5389675"/>
            <a:ext cx="6100762" cy="966675"/>
          </a:xfrm>
          <a:prstGeom prst="rect">
            <a:avLst/>
          </a:prstGeom>
          <a:noFill/>
        </p:spPr>
        <p:txBody>
          <a:bodyPr wrap="square">
            <a:spAutoFit/>
          </a:bodyPr>
          <a:lstStyle/>
          <a:p>
            <a:pPr>
              <a:lnSpc>
                <a:spcPts val="2333"/>
              </a:lnSpc>
            </a:pPr>
            <a:r>
              <a:rPr lang="en-US" sz="1800" dirty="0">
                <a:solidFill>
                  <a:srgbClr val="000000"/>
                </a:solidFill>
                <a:latin typeface="Inter" pitchFamily="34" charset="0"/>
                <a:ea typeface="Inter" pitchFamily="34" charset="-122"/>
                <a:cs typeface="Inter" pitchFamily="34" charset="-120"/>
              </a:rPr>
              <a:t>During extreme heat, bees may spend more energy cooling the hive than collecting food, explaining the observed population decline.</a:t>
            </a:r>
            <a:endParaRPr lang="en-US" sz="1800" dirty="0"/>
          </a:p>
        </p:txBody>
      </p:sp>
    </p:spTree>
    <p:extLst>
      <p:ext uri="{BB962C8B-B14F-4D97-AF65-F5344CB8AC3E}">
        <p14:creationId xmlns:p14="http://schemas.microsoft.com/office/powerpoint/2010/main" val="115287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51188-2291-3808-B679-1E1907914352}"/>
              </a:ext>
            </a:extLst>
          </p:cNvPr>
          <p:cNvSpPr>
            <a:spLocks noGrp="1"/>
          </p:cNvSpPr>
          <p:nvPr>
            <p:ph type="title"/>
          </p:nvPr>
        </p:nvSpPr>
        <p:spPr>
          <a:xfrm>
            <a:off x="825401" y="311447"/>
            <a:ext cx="10515600" cy="1325563"/>
          </a:xfrm>
        </p:spPr>
        <p:txBody>
          <a:bodyPr/>
          <a:lstStyle/>
          <a:p>
            <a:r>
              <a:rPr lang="en-US" dirty="0"/>
              <a:t>Recovery Pattern</a:t>
            </a:r>
          </a:p>
        </p:txBody>
      </p:sp>
      <p:sp>
        <p:nvSpPr>
          <p:cNvPr id="4" name="Shape 1">
            <a:extLst>
              <a:ext uri="{FF2B5EF4-FFF2-40B4-BE49-F238E27FC236}">
                <a16:creationId xmlns:a16="http://schemas.microsoft.com/office/drawing/2014/main" id="{0E78B489-73E7-4A63-FBAD-ABDE220E07F2}"/>
              </a:ext>
            </a:extLst>
          </p:cNvPr>
          <p:cNvSpPr/>
          <p:nvPr/>
        </p:nvSpPr>
        <p:spPr>
          <a:xfrm>
            <a:off x="661492" y="3655814"/>
            <a:ext cx="10869018" cy="25400"/>
          </a:xfrm>
          <a:prstGeom prst="roundRect">
            <a:avLst>
              <a:gd name="adj" fmla="val 312558"/>
            </a:avLst>
          </a:prstGeom>
          <a:solidFill>
            <a:srgbClr val="B2D3E5"/>
          </a:solidFill>
          <a:ln/>
        </p:spPr>
        <p:txBody>
          <a:bodyPr/>
          <a:lstStyle/>
          <a:p>
            <a:endParaRPr lang="en-US"/>
          </a:p>
        </p:txBody>
      </p:sp>
      <p:sp>
        <p:nvSpPr>
          <p:cNvPr id="5" name="Shape 2">
            <a:extLst>
              <a:ext uri="{FF2B5EF4-FFF2-40B4-BE49-F238E27FC236}">
                <a16:creationId xmlns:a16="http://schemas.microsoft.com/office/drawing/2014/main" id="{8DA3E32C-3A01-117C-B000-5BA8F4502D15}"/>
              </a:ext>
            </a:extLst>
          </p:cNvPr>
          <p:cNvSpPr/>
          <p:nvPr/>
        </p:nvSpPr>
        <p:spPr>
          <a:xfrm>
            <a:off x="3306961" y="3088779"/>
            <a:ext cx="25400" cy="567035"/>
          </a:xfrm>
          <a:prstGeom prst="roundRect">
            <a:avLst>
              <a:gd name="adj" fmla="val 312558"/>
            </a:avLst>
          </a:prstGeom>
          <a:solidFill>
            <a:srgbClr val="B2D3E5"/>
          </a:solidFill>
          <a:ln/>
        </p:spPr>
        <p:txBody>
          <a:bodyPr/>
          <a:lstStyle/>
          <a:p>
            <a:endParaRPr lang="en-US"/>
          </a:p>
        </p:txBody>
      </p:sp>
      <p:sp>
        <p:nvSpPr>
          <p:cNvPr id="6" name="Shape 3">
            <a:extLst>
              <a:ext uri="{FF2B5EF4-FFF2-40B4-BE49-F238E27FC236}">
                <a16:creationId xmlns:a16="http://schemas.microsoft.com/office/drawing/2014/main" id="{F78C3137-25A9-E3B3-DF31-6DC5F1207721}"/>
              </a:ext>
            </a:extLst>
          </p:cNvPr>
          <p:cNvSpPr/>
          <p:nvPr/>
        </p:nvSpPr>
        <p:spPr>
          <a:xfrm>
            <a:off x="3107035" y="3443188"/>
            <a:ext cx="425252" cy="425252"/>
          </a:xfrm>
          <a:prstGeom prst="roundRect">
            <a:avLst>
              <a:gd name="adj" fmla="val 18669"/>
            </a:avLst>
          </a:prstGeom>
          <a:solidFill>
            <a:srgbClr val="CCEDFF"/>
          </a:solidFill>
          <a:ln w="7620">
            <a:solidFill>
              <a:srgbClr val="B2D3E5"/>
            </a:solidFill>
            <a:prstDash val="solid"/>
          </a:ln>
        </p:spPr>
        <p:txBody>
          <a:bodyPr/>
          <a:lstStyle/>
          <a:p>
            <a:endParaRPr lang="en-US"/>
          </a:p>
        </p:txBody>
      </p:sp>
      <p:sp>
        <p:nvSpPr>
          <p:cNvPr id="7" name="Text 4">
            <a:extLst>
              <a:ext uri="{FF2B5EF4-FFF2-40B4-BE49-F238E27FC236}">
                <a16:creationId xmlns:a16="http://schemas.microsoft.com/office/drawing/2014/main" id="{C5303CB9-CAAE-E4CC-A0D2-BFC63FD77725}"/>
              </a:ext>
            </a:extLst>
          </p:cNvPr>
          <p:cNvSpPr/>
          <p:nvPr/>
        </p:nvSpPr>
        <p:spPr>
          <a:xfrm>
            <a:off x="3177927" y="3478610"/>
            <a:ext cx="283468" cy="354409"/>
          </a:xfrm>
          <a:prstGeom prst="rect">
            <a:avLst/>
          </a:prstGeom>
          <a:noFill/>
          <a:ln/>
        </p:spPr>
        <p:txBody>
          <a:bodyPr wrap="none" lIns="0" tIns="0" rIns="0" bIns="0" rtlCol="0" anchor="t"/>
          <a:lstStyle/>
          <a:p>
            <a:pPr algn="ctr">
              <a:lnSpc>
                <a:spcPts val="2208"/>
              </a:lnSpc>
            </a:pPr>
            <a:r>
              <a:rPr lang="en-US" sz="2800" b="1" dirty="0">
                <a:solidFill>
                  <a:srgbClr val="000000"/>
                </a:solidFill>
                <a:latin typeface="Playfair Display Bold" pitchFamily="34" charset="0"/>
                <a:ea typeface="Playfair Display Bold" pitchFamily="34" charset="-122"/>
                <a:cs typeface="Playfair Display Bold" pitchFamily="34" charset="-120"/>
              </a:rPr>
              <a:t>1</a:t>
            </a:r>
            <a:endParaRPr lang="en-US" sz="2800" dirty="0"/>
          </a:p>
        </p:txBody>
      </p:sp>
      <p:sp>
        <p:nvSpPr>
          <p:cNvPr id="8" name="Text 5">
            <a:extLst>
              <a:ext uri="{FF2B5EF4-FFF2-40B4-BE49-F238E27FC236}">
                <a16:creationId xmlns:a16="http://schemas.microsoft.com/office/drawing/2014/main" id="{67A6A0FD-5BB8-52BA-7F9C-22B06FABB2DC}"/>
              </a:ext>
            </a:extLst>
          </p:cNvPr>
          <p:cNvSpPr/>
          <p:nvPr/>
        </p:nvSpPr>
        <p:spPr>
          <a:xfrm>
            <a:off x="2138264" y="1886248"/>
            <a:ext cx="2362696" cy="295275"/>
          </a:xfrm>
          <a:prstGeom prst="rect">
            <a:avLst/>
          </a:prstGeom>
          <a:noFill/>
          <a:ln/>
        </p:spPr>
        <p:txBody>
          <a:bodyPr wrap="none" lIns="0" tIns="0" rIns="0" bIns="0" rtlCol="0" anchor="t"/>
          <a:lstStyle/>
          <a:p>
            <a:pPr algn="ctr">
              <a:lnSpc>
                <a:spcPts val="2292"/>
              </a:lnSpc>
            </a:pPr>
            <a:r>
              <a:rPr lang="en-US" sz="2400" b="1" dirty="0">
                <a:solidFill>
                  <a:srgbClr val="000000"/>
                </a:solidFill>
                <a:latin typeface="Playfair Display Bold" pitchFamily="34" charset="0"/>
                <a:ea typeface="Playfair Display Bold" pitchFamily="34" charset="-122"/>
                <a:cs typeface="Playfair Display Bold" pitchFamily="34" charset="-120"/>
              </a:rPr>
              <a:t>Spring (April-May)</a:t>
            </a:r>
            <a:endParaRPr lang="en-US" sz="2400" dirty="0"/>
          </a:p>
        </p:txBody>
      </p:sp>
      <p:sp>
        <p:nvSpPr>
          <p:cNvPr id="9" name="Text 6">
            <a:extLst>
              <a:ext uri="{FF2B5EF4-FFF2-40B4-BE49-F238E27FC236}">
                <a16:creationId xmlns:a16="http://schemas.microsoft.com/office/drawing/2014/main" id="{5621E6BF-19EB-C794-09E4-0C94FD53AABB}"/>
              </a:ext>
            </a:extLst>
          </p:cNvPr>
          <p:cNvSpPr/>
          <p:nvPr/>
        </p:nvSpPr>
        <p:spPr>
          <a:xfrm>
            <a:off x="850504" y="2294930"/>
            <a:ext cx="4938316" cy="604838"/>
          </a:xfrm>
          <a:prstGeom prst="rect">
            <a:avLst/>
          </a:prstGeom>
          <a:noFill/>
          <a:ln/>
        </p:spPr>
        <p:txBody>
          <a:bodyPr wrap="square" lIns="0" tIns="0" rIns="0" bIns="0" rtlCol="0" anchor="t"/>
          <a:lstStyle/>
          <a:p>
            <a:pPr algn="ctr">
              <a:lnSpc>
                <a:spcPts val="2375"/>
              </a:lnSpc>
            </a:pPr>
            <a:r>
              <a:rPr lang="en-US" dirty="0">
                <a:solidFill>
                  <a:srgbClr val="000000"/>
                </a:solidFill>
                <a:latin typeface="Inter" pitchFamily="34" charset="0"/>
                <a:ea typeface="Inter" pitchFamily="34" charset="-122"/>
                <a:cs typeface="Inter" pitchFamily="34" charset="-120"/>
              </a:rPr>
              <a:t>Peak bee activity with moderate temperatures and good rainfall.</a:t>
            </a:r>
            <a:endParaRPr lang="en-US" dirty="0"/>
          </a:p>
        </p:txBody>
      </p:sp>
      <p:sp>
        <p:nvSpPr>
          <p:cNvPr id="10" name="Shape 7">
            <a:extLst>
              <a:ext uri="{FF2B5EF4-FFF2-40B4-BE49-F238E27FC236}">
                <a16:creationId xmlns:a16="http://schemas.microsoft.com/office/drawing/2014/main" id="{0F2E3068-53DF-585F-0B7C-D278C8B2FD59}"/>
              </a:ext>
            </a:extLst>
          </p:cNvPr>
          <p:cNvSpPr/>
          <p:nvPr/>
        </p:nvSpPr>
        <p:spPr>
          <a:xfrm>
            <a:off x="6083201" y="3655814"/>
            <a:ext cx="25400" cy="567035"/>
          </a:xfrm>
          <a:prstGeom prst="roundRect">
            <a:avLst>
              <a:gd name="adj" fmla="val 312558"/>
            </a:avLst>
          </a:prstGeom>
          <a:solidFill>
            <a:srgbClr val="B2D3E5"/>
          </a:solidFill>
          <a:ln/>
        </p:spPr>
        <p:txBody>
          <a:bodyPr/>
          <a:lstStyle/>
          <a:p>
            <a:endParaRPr lang="en-US"/>
          </a:p>
        </p:txBody>
      </p:sp>
      <p:sp>
        <p:nvSpPr>
          <p:cNvPr id="11" name="Shape 8">
            <a:extLst>
              <a:ext uri="{FF2B5EF4-FFF2-40B4-BE49-F238E27FC236}">
                <a16:creationId xmlns:a16="http://schemas.microsoft.com/office/drawing/2014/main" id="{87CCA6AF-A4ED-695B-174B-84BB98C50785}"/>
              </a:ext>
            </a:extLst>
          </p:cNvPr>
          <p:cNvSpPr/>
          <p:nvPr/>
        </p:nvSpPr>
        <p:spPr>
          <a:xfrm>
            <a:off x="5883275" y="3443188"/>
            <a:ext cx="425252" cy="425252"/>
          </a:xfrm>
          <a:prstGeom prst="roundRect">
            <a:avLst>
              <a:gd name="adj" fmla="val 18669"/>
            </a:avLst>
          </a:prstGeom>
          <a:solidFill>
            <a:srgbClr val="CCEDFF"/>
          </a:solidFill>
          <a:ln w="7620">
            <a:solidFill>
              <a:srgbClr val="B2D3E5"/>
            </a:solidFill>
            <a:prstDash val="solid"/>
          </a:ln>
        </p:spPr>
        <p:txBody>
          <a:bodyPr/>
          <a:lstStyle/>
          <a:p>
            <a:endParaRPr lang="en-US"/>
          </a:p>
        </p:txBody>
      </p:sp>
      <p:sp>
        <p:nvSpPr>
          <p:cNvPr id="12" name="Text 9">
            <a:extLst>
              <a:ext uri="{FF2B5EF4-FFF2-40B4-BE49-F238E27FC236}">
                <a16:creationId xmlns:a16="http://schemas.microsoft.com/office/drawing/2014/main" id="{876A2022-9D33-EB19-50DF-7DFBBCDCF90C}"/>
              </a:ext>
            </a:extLst>
          </p:cNvPr>
          <p:cNvSpPr/>
          <p:nvPr/>
        </p:nvSpPr>
        <p:spPr>
          <a:xfrm>
            <a:off x="5954167" y="3478610"/>
            <a:ext cx="283468" cy="354409"/>
          </a:xfrm>
          <a:prstGeom prst="rect">
            <a:avLst/>
          </a:prstGeom>
          <a:noFill/>
          <a:ln/>
        </p:spPr>
        <p:txBody>
          <a:bodyPr wrap="none" lIns="0" tIns="0" rIns="0" bIns="0" rtlCol="0" anchor="t"/>
          <a:lstStyle/>
          <a:p>
            <a:pPr algn="ctr">
              <a:lnSpc>
                <a:spcPts val="2208"/>
              </a:lnSpc>
            </a:pPr>
            <a:r>
              <a:rPr lang="en-US" sz="2800" b="1" dirty="0">
                <a:solidFill>
                  <a:srgbClr val="000000"/>
                </a:solidFill>
                <a:latin typeface="Playfair Display Bold" pitchFamily="34" charset="0"/>
                <a:ea typeface="Playfair Display Bold" pitchFamily="34" charset="-122"/>
                <a:cs typeface="Playfair Display Bold" pitchFamily="34" charset="-120"/>
              </a:rPr>
              <a:t>2</a:t>
            </a:r>
            <a:endParaRPr lang="en-US" sz="2800" dirty="0"/>
          </a:p>
        </p:txBody>
      </p:sp>
      <p:sp>
        <p:nvSpPr>
          <p:cNvPr id="13" name="Text 10">
            <a:extLst>
              <a:ext uri="{FF2B5EF4-FFF2-40B4-BE49-F238E27FC236}">
                <a16:creationId xmlns:a16="http://schemas.microsoft.com/office/drawing/2014/main" id="{5651ED44-6719-F87F-EB46-8C1B21FBB1F3}"/>
              </a:ext>
            </a:extLst>
          </p:cNvPr>
          <p:cNvSpPr/>
          <p:nvPr/>
        </p:nvSpPr>
        <p:spPr>
          <a:xfrm>
            <a:off x="4691956" y="4411861"/>
            <a:ext cx="2807990" cy="295275"/>
          </a:xfrm>
          <a:prstGeom prst="rect">
            <a:avLst/>
          </a:prstGeom>
          <a:noFill/>
          <a:ln/>
        </p:spPr>
        <p:txBody>
          <a:bodyPr wrap="none" lIns="0" tIns="0" rIns="0" bIns="0" rtlCol="0" anchor="t"/>
          <a:lstStyle/>
          <a:p>
            <a:pPr algn="ctr">
              <a:lnSpc>
                <a:spcPts val="2292"/>
              </a:lnSpc>
            </a:pPr>
            <a:r>
              <a:rPr lang="en-US" sz="2400" b="1" dirty="0">
                <a:solidFill>
                  <a:srgbClr val="000000"/>
                </a:solidFill>
                <a:latin typeface="Playfair Display Bold" pitchFamily="34" charset="0"/>
                <a:ea typeface="Playfair Display Bold" pitchFamily="34" charset="-122"/>
                <a:cs typeface="Playfair Display Bold" pitchFamily="34" charset="-120"/>
              </a:rPr>
              <a:t>Early Summer (June-July)</a:t>
            </a:r>
            <a:endParaRPr lang="en-US" sz="2400" dirty="0"/>
          </a:p>
        </p:txBody>
      </p:sp>
      <p:sp>
        <p:nvSpPr>
          <p:cNvPr id="14" name="Text 11">
            <a:extLst>
              <a:ext uri="{FF2B5EF4-FFF2-40B4-BE49-F238E27FC236}">
                <a16:creationId xmlns:a16="http://schemas.microsoft.com/office/drawing/2014/main" id="{307E84DD-EF4D-1100-09D9-C0AC362AE076}"/>
              </a:ext>
            </a:extLst>
          </p:cNvPr>
          <p:cNvSpPr/>
          <p:nvPr/>
        </p:nvSpPr>
        <p:spPr>
          <a:xfrm>
            <a:off x="3626743" y="4820544"/>
            <a:ext cx="4938415" cy="302419"/>
          </a:xfrm>
          <a:prstGeom prst="rect">
            <a:avLst/>
          </a:prstGeom>
          <a:noFill/>
          <a:ln/>
        </p:spPr>
        <p:txBody>
          <a:bodyPr wrap="none" lIns="0" tIns="0" rIns="0" bIns="0" rtlCol="0" anchor="t"/>
          <a:lstStyle/>
          <a:p>
            <a:pPr algn="ctr">
              <a:lnSpc>
                <a:spcPts val="2375"/>
              </a:lnSpc>
            </a:pPr>
            <a:r>
              <a:rPr lang="en-US" dirty="0">
                <a:solidFill>
                  <a:srgbClr val="000000"/>
                </a:solidFill>
                <a:latin typeface="Inter" pitchFamily="34" charset="0"/>
                <a:ea typeface="Inter" pitchFamily="34" charset="-122"/>
                <a:cs typeface="Inter" pitchFamily="34" charset="-120"/>
              </a:rPr>
              <a:t>Bee counts drop during hottest, driest period.</a:t>
            </a:r>
            <a:endParaRPr lang="en-US" dirty="0"/>
          </a:p>
        </p:txBody>
      </p:sp>
      <p:sp>
        <p:nvSpPr>
          <p:cNvPr id="15" name="Shape 12">
            <a:extLst>
              <a:ext uri="{FF2B5EF4-FFF2-40B4-BE49-F238E27FC236}">
                <a16:creationId xmlns:a16="http://schemas.microsoft.com/office/drawing/2014/main" id="{18AC1614-888F-E533-4647-9AC998AC47DB}"/>
              </a:ext>
            </a:extLst>
          </p:cNvPr>
          <p:cNvSpPr/>
          <p:nvPr/>
        </p:nvSpPr>
        <p:spPr>
          <a:xfrm>
            <a:off x="8859540" y="3088779"/>
            <a:ext cx="25400" cy="567035"/>
          </a:xfrm>
          <a:prstGeom prst="roundRect">
            <a:avLst>
              <a:gd name="adj" fmla="val 312558"/>
            </a:avLst>
          </a:prstGeom>
          <a:solidFill>
            <a:srgbClr val="B2D3E5"/>
          </a:solidFill>
          <a:ln/>
        </p:spPr>
        <p:txBody>
          <a:bodyPr/>
          <a:lstStyle/>
          <a:p>
            <a:endParaRPr lang="en-US"/>
          </a:p>
        </p:txBody>
      </p:sp>
      <p:sp>
        <p:nvSpPr>
          <p:cNvPr id="16" name="Shape 13">
            <a:extLst>
              <a:ext uri="{FF2B5EF4-FFF2-40B4-BE49-F238E27FC236}">
                <a16:creationId xmlns:a16="http://schemas.microsoft.com/office/drawing/2014/main" id="{CE4B3B6B-F546-9599-C0E0-507DB09BED2D}"/>
              </a:ext>
            </a:extLst>
          </p:cNvPr>
          <p:cNvSpPr/>
          <p:nvPr/>
        </p:nvSpPr>
        <p:spPr>
          <a:xfrm>
            <a:off x="8659614" y="3443188"/>
            <a:ext cx="425252" cy="425252"/>
          </a:xfrm>
          <a:prstGeom prst="roundRect">
            <a:avLst>
              <a:gd name="adj" fmla="val 18669"/>
            </a:avLst>
          </a:prstGeom>
          <a:solidFill>
            <a:srgbClr val="CCEDFF"/>
          </a:solidFill>
          <a:ln w="7620">
            <a:solidFill>
              <a:srgbClr val="B2D3E5"/>
            </a:solidFill>
            <a:prstDash val="solid"/>
          </a:ln>
        </p:spPr>
        <p:txBody>
          <a:bodyPr/>
          <a:lstStyle/>
          <a:p>
            <a:endParaRPr lang="en-US"/>
          </a:p>
        </p:txBody>
      </p:sp>
      <p:sp>
        <p:nvSpPr>
          <p:cNvPr id="17" name="Text 14">
            <a:extLst>
              <a:ext uri="{FF2B5EF4-FFF2-40B4-BE49-F238E27FC236}">
                <a16:creationId xmlns:a16="http://schemas.microsoft.com/office/drawing/2014/main" id="{82AA22F6-6A53-65FB-7C44-3D4BEBF5BF9E}"/>
              </a:ext>
            </a:extLst>
          </p:cNvPr>
          <p:cNvSpPr/>
          <p:nvPr/>
        </p:nvSpPr>
        <p:spPr>
          <a:xfrm>
            <a:off x="8730506" y="3478610"/>
            <a:ext cx="283468" cy="354409"/>
          </a:xfrm>
          <a:prstGeom prst="rect">
            <a:avLst/>
          </a:prstGeom>
          <a:noFill/>
          <a:ln/>
        </p:spPr>
        <p:txBody>
          <a:bodyPr wrap="none" lIns="0" tIns="0" rIns="0" bIns="0" rtlCol="0" anchor="t"/>
          <a:lstStyle/>
          <a:p>
            <a:pPr algn="ctr">
              <a:lnSpc>
                <a:spcPts val="2208"/>
              </a:lnSpc>
            </a:pPr>
            <a:r>
              <a:rPr lang="en-US" sz="2800" b="1" dirty="0">
                <a:solidFill>
                  <a:srgbClr val="000000"/>
                </a:solidFill>
                <a:latin typeface="Playfair Display Bold" pitchFamily="34" charset="0"/>
                <a:ea typeface="Playfair Display Bold" pitchFamily="34" charset="-122"/>
                <a:cs typeface="Playfair Display Bold" pitchFamily="34" charset="-120"/>
              </a:rPr>
              <a:t>3</a:t>
            </a:r>
            <a:endParaRPr lang="en-US" sz="2800" dirty="0"/>
          </a:p>
        </p:txBody>
      </p:sp>
      <p:sp>
        <p:nvSpPr>
          <p:cNvPr id="18" name="Text 15">
            <a:extLst>
              <a:ext uri="{FF2B5EF4-FFF2-40B4-BE49-F238E27FC236}">
                <a16:creationId xmlns:a16="http://schemas.microsoft.com/office/drawing/2014/main" id="{ACDF689A-603A-00B5-3A0E-540DC5B6ADC9}"/>
              </a:ext>
            </a:extLst>
          </p:cNvPr>
          <p:cNvSpPr/>
          <p:nvPr/>
        </p:nvSpPr>
        <p:spPr>
          <a:xfrm>
            <a:off x="7020918" y="1886248"/>
            <a:ext cx="3702744" cy="295275"/>
          </a:xfrm>
          <a:prstGeom prst="rect">
            <a:avLst/>
          </a:prstGeom>
          <a:noFill/>
          <a:ln/>
        </p:spPr>
        <p:txBody>
          <a:bodyPr wrap="none" lIns="0" tIns="0" rIns="0" bIns="0" rtlCol="0" anchor="t"/>
          <a:lstStyle/>
          <a:p>
            <a:pPr algn="ctr">
              <a:lnSpc>
                <a:spcPts val="2292"/>
              </a:lnSpc>
            </a:pPr>
            <a:r>
              <a:rPr lang="en-US" sz="2400" b="1" dirty="0">
                <a:solidFill>
                  <a:srgbClr val="000000"/>
                </a:solidFill>
                <a:latin typeface="Playfair Display Bold" pitchFamily="34" charset="0"/>
                <a:ea typeface="Playfair Display Bold" pitchFamily="34" charset="-122"/>
                <a:cs typeface="Playfair Display Bold" pitchFamily="34" charset="-120"/>
              </a:rPr>
              <a:t>Late Summer (August-September)</a:t>
            </a:r>
            <a:endParaRPr lang="en-US" sz="2400" dirty="0"/>
          </a:p>
        </p:txBody>
      </p:sp>
      <p:sp>
        <p:nvSpPr>
          <p:cNvPr id="19" name="Text 16">
            <a:extLst>
              <a:ext uri="{FF2B5EF4-FFF2-40B4-BE49-F238E27FC236}">
                <a16:creationId xmlns:a16="http://schemas.microsoft.com/office/drawing/2014/main" id="{743BA04F-8534-DDA9-E702-404C8A6E01EB}"/>
              </a:ext>
            </a:extLst>
          </p:cNvPr>
          <p:cNvSpPr/>
          <p:nvPr/>
        </p:nvSpPr>
        <p:spPr>
          <a:xfrm>
            <a:off x="6403082" y="2294930"/>
            <a:ext cx="4938415" cy="604838"/>
          </a:xfrm>
          <a:prstGeom prst="rect">
            <a:avLst/>
          </a:prstGeom>
          <a:noFill/>
          <a:ln/>
        </p:spPr>
        <p:txBody>
          <a:bodyPr wrap="square" lIns="0" tIns="0" rIns="0" bIns="0" rtlCol="0" anchor="t"/>
          <a:lstStyle/>
          <a:p>
            <a:pPr algn="ctr">
              <a:lnSpc>
                <a:spcPts val="2375"/>
              </a:lnSpc>
            </a:pPr>
            <a:r>
              <a:rPr lang="en-US" dirty="0">
                <a:solidFill>
                  <a:srgbClr val="000000"/>
                </a:solidFill>
                <a:latin typeface="Inter" pitchFamily="34" charset="0"/>
                <a:ea typeface="Inter" pitchFamily="34" charset="-122"/>
                <a:cs typeface="Inter" pitchFamily="34" charset="-120"/>
              </a:rPr>
              <a:t>Bee counts recover as temperatures moderate and conditions improve.</a:t>
            </a:r>
            <a:endParaRPr lang="en-US" dirty="0"/>
          </a:p>
        </p:txBody>
      </p:sp>
      <p:sp>
        <p:nvSpPr>
          <p:cNvPr id="20" name="Text 17">
            <a:extLst>
              <a:ext uri="{FF2B5EF4-FFF2-40B4-BE49-F238E27FC236}">
                <a16:creationId xmlns:a16="http://schemas.microsoft.com/office/drawing/2014/main" id="{B925ABBA-DB13-AD04-4143-907E16B59D0D}"/>
              </a:ext>
            </a:extLst>
          </p:cNvPr>
          <p:cNvSpPr/>
          <p:nvPr/>
        </p:nvSpPr>
        <p:spPr>
          <a:xfrm>
            <a:off x="648692" y="5584825"/>
            <a:ext cx="10869018" cy="604838"/>
          </a:xfrm>
          <a:prstGeom prst="rect">
            <a:avLst/>
          </a:prstGeom>
          <a:noFill/>
          <a:ln/>
        </p:spPr>
        <p:txBody>
          <a:bodyPr wrap="square" lIns="0" tIns="0" rIns="0" bIns="0" rtlCol="0" anchor="t"/>
          <a:lstStyle/>
          <a:p>
            <a:pPr>
              <a:lnSpc>
                <a:spcPts val="2375"/>
              </a:lnSpc>
            </a:pPr>
            <a:r>
              <a:rPr lang="en-US" dirty="0">
                <a:solidFill>
                  <a:srgbClr val="000000"/>
                </a:solidFill>
                <a:latin typeface="Inter" pitchFamily="34" charset="0"/>
                <a:ea typeface="Inter" pitchFamily="34" charset="-122"/>
                <a:cs typeface="Inter" pitchFamily="34" charset="-120"/>
              </a:rPr>
              <a:t>The recovery in late summer supports our theory that the decline is due to temporary environmental stress rather than a permanent issue.</a:t>
            </a:r>
            <a:endParaRPr lang="en-US" dirty="0"/>
          </a:p>
        </p:txBody>
      </p:sp>
    </p:spTree>
    <p:extLst>
      <p:ext uri="{BB962C8B-B14F-4D97-AF65-F5344CB8AC3E}">
        <p14:creationId xmlns:p14="http://schemas.microsoft.com/office/powerpoint/2010/main" val="2846076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E009C-C1AA-C0B7-06F3-B9D9597BC800}"/>
              </a:ext>
            </a:extLst>
          </p:cNvPr>
          <p:cNvSpPr>
            <a:spLocks noGrp="1"/>
          </p:cNvSpPr>
          <p:nvPr>
            <p:ph type="title"/>
          </p:nvPr>
        </p:nvSpPr>
        <p:spPr>
          <a:xfrm>
            <a:off x="838200" y="281984"/>
            <a:ext cx="10515600" cy="1325563"/>
          </a:xfrm>
        </p:spPr>
        <p:txBody>
          <a:bodyPr/>
          <a:lstStyle/>
          <a:p>
            <a:r>
              <a:rPr lang="en-US" dirty="0"/>
              <a:t>Recommendations for the Garden</a:t>
            </a:r>
          </a:p>
        </p:txBody>
      </p:sp>
      <p:pic>
        <p:nvPicPr>
          <p:cNvPr id="4" name="Image 1" descr="preencoded.png">
            <a:extLst>
              <a:ext uri="{FF2B5EF4-FFF2-40B4-BE49-F238E27FC236}">
                <a16:creationId xmlns:a16="http://schemas.microsoft.com/office/drawing/2014/main" id="{08FE47BE-472B-4BB6-4584-7F7B1E5CF9A0}"/>
              </a:ext>
            </a:extLst>
          </p:cNvPr>
          <p:cNvPicPr>
            <a:picLocks noChangeAspect="1"/>
          </p:cNvPicPr>
          <p:nvPr/>
        </p:nvPicPr>
        <p:blipFill>
          <a:blip r:embed="rId2"/>
          <a:stretch>
            <a:fillRect/>
          </a:stretch>
        </p:blipFill>
        <p:spPr>
          <a:xfrm>
            <a:off x="1295400" y="1892051"/>
            <a:ext cx="413643" cy="413643"/>
          </a:xfrm>
          <a:prstGeom prst="rect">
            <a:avLst/>
          </a:prstGeom>
        </p:spPr>
      </p:pic>
      <p:sp>
        <p:nvSpPr>
          <p:cNvPr id="5" name="Text 1">
            <a:extLst>
              <a:ext uri="{FF2B5EF4-FFF2-40B4-BE49-F238E27FC236}">
                <a16:creationId xmlns:a16="http://schemas.microsoft.com/office/drawing/2014/main" id="{F79CF2EF-4963-78D5-6CAB-4C25D8BF27C9}"/>
              </a:ext>
            </a:extLst>
          </p:cNvPr>
          <p:cNvSpPr/>
          <p:nvPr/>
        </p:nvSpPr>
        <p:spPr>
          <a:xfrm>
            <a:off x="1874441" y="1961406"/>
            <a:ext cx="1436985" cy="517128"/>
          </a:xfrm>
          <a:prstGeom prst="rect">
            <a:avLst/>
          </a:prstGeom>
          <a:noFill/>
          <a:ln/>
        </p:spPr>
        <p:txBody>
          <a:bodyPr wrap="square" lIns="0" tIns="0" rIns="0" bIns="0" rtlCol="0" anchor="t"/>
          <a:lstStyle/>
          <a:p>
            <a:pPr>
              <a:lnSpc>
                <a:spcPts val="2000"/>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Provide Water Sources</a:t>
            </a:r>
            <a:endParaRPr lang="en-US" sz="2000" dirty="0">
              <a:latin typeface="Aptos" panose="020B0004020202020204" pitchFamily="34" charset="0"/>
            </a:endParaRPr>
          </a:p>
        </p:txBody>
      </p:sp>
      <p:sp>
        <p:nvSpPr>
          <p:cNvPr id="6" name="Text 2">
            <a:extLst>
              <a:ext uri="{FF2B5EF4-FFF2-40B4-BE49-F238E27FC236}">
                <a16:creationId xmlns:a16="http://schemas.microsoft.com/office/drawing/2014/main" id="{3665DB05-9DDE-2569-7354-0BB1D7D77EFE}"/>
              </a:ext>
            </a:extLst>
          </p:cNvPr>
          <p:cNvSpPr/>
          <p:nvPr/>
        </p:nvSpPr>
        <p:spPr>
          <a:xfrm>
            <a:off x="1874440" y="2780009"/>
            <a:ext cx="1436985" cy="1058863"/>
          </a:xfrm>
          <a:prstGeom prst="rect">
            <a:avLst/>
          </a:prstGeom>
          <a:noFill/>
          <a:ln/>
        </p:spPr>
        <p:txBody>
          <a:bodyPr wrap="square" lIns="0" tIns="0" rIns="0" bIns="0" rtlCol="0" anchor="t"/>
          <a:lstStyle/>
          <a:p>
            <a:r>
              <a:rPr lang="en-US" sz="1600" dirty="0">
                <a:solidFill>
                  <a:srgbClr val="000000"/>
                </a:solidFill>
                <a:latin typeface="Aptos" panose="020B0004020202020204" pitchFamily="34" charset="0"/>
                <a:ea typeface="Inter" pitchFamily="34" charset="-122"/>
                <a:cs typeface="Inter" pitchFamily="34" charset="-120"/>
              </a:rPr>
              <a:t>Set up shallow water dishes near hives during hot periods.</a:t>
            </a:r>
            <a:endParaRPr lang="en-US" sz="1600" dirty="0">
              <a:latin typeface="Aptos" panose="020B0004020202020204" pitchFamily="34" charset="0"/>
            </a:endParaRPr>
          </a:p>
        </p:txBody>
      </p:sp>
      <p:pic>
        <p:nvPicPr>
          <p:cNvPr id="7" name="Image 2" descr="preencoded.png">
            <a:extLst>
              <a:ext uri="{FF2B5EF4-FFF2-40B4-BE49-F238E27FC236}">
                <a16:creationId xmlns:a16="http://schemas.microsoft.com/office/drawing/2014/main" id="{8BD8146A-4CA8-3A2E-781B-BC25CCF93F2D}"/>
              </a:ext>
            </a:extLst>
          </p:cNvPr>
          <p:cNvPicPr>
            <a:picLocks noChangeAspect="1"/>
          </p:cNvPicPr>
          <p:nvPr/>
        </p:nvPicPr>
        <p:blipFill>
          <a:blip r:embed="rId3"/>
          <a:stretch>
            <a:fillRect/>
          </a:stretch>
        </p:blipFill>
        <p:spPr>
          <a:xfrm>
            <a:off x="3518198" y="1892051"/>
            <a:ext cx="413643" cy="413643"/>
          </a:xfrm>
          <a:prstGeom prst="rect">
            <a:avLst/>
          </a:prstGeom>
        </p:spPr>
      </p:pic>
      <p:sp>
        <p:nvSpPr>
          <p:cNvPr id="8" name="Text 3">
            <a:extLst>
              <a:ext uri="{FF2B5EF4-FFF2-40B4-BE49-F238E27FC236}">
                <a16:creationId xmlns:a16="http://schemas.microsoft.com/office/drawing/2014/main" id="{A8CA18B5-DB43-BED4-7329-FBDB09FA94F5}"/>
              </a:ext>
            </a:extLst>
          </p:cNvPr>
          <p:cNvSpPr/>
          <p:nvPr/>
        </p:nvSpPr>
        <p:spPr>
          <a:xfrm>
            <a:off x="4097238" y="1961406"/>
            <a:ext cx="1436985" cy="258564"/>
          </a:xfrm>
          <a:prstGeom prst="rect">
            <a:avLst/>
          </a:prstGeom>
          <a:noFill/>
          <a:ln/>
        </p:spPr>
        <p:txBody>
          <a:bodyPr wrap="none" lIns="0" tIns="0" rIns="0" bIns="0" rtlCol="0" anchor="t"/>
          <a:lstStyle/>
          <a:p>
            <a:pPr>
              <a:lnSpc>
                <a:spcPts val="2000"/>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Add Shade</a:t>
            </a:r>
            <a:endParaRPr lang="en-US" sz="2000" dirty="0">
              <a:latin typeface="Aptos" panose="020B0004020202020204" pitchFamily="34" charset="0"/>
            </a:endParaRPr>
          </a:p>
        </p:txBody>
      </p:sp>
      <p:sp>
        <p:nvSpPr>
          <p:cNvPr id="9" name="Text 4">
            <a:extLst>
              <a:ext uri="{FF2B5EF4-FFF2-40B4-BE49-F238E27FC236}">
                <a16:creationId xmlns:a16="http://schemas.microsoft.com/office/drawing/2014/main" id="{DDC639CB-F6C2-1D93-7B41-EEC923F90BED}"/>
              </a:ext>
            </a:extLst>
          </p:cNvPr>
          <p:cNvSpPr/>
          <p:nvPr/>
        </p:nvSpPr>
        <p:spPr>
          <a:xfrm>
            <a:off x="4097238" y="2319189"/>
            <a:ext cx="1436985" cy="794147"/>
          </a:xfrm>
          <a:prstGeom prst="rect">
            <a:avLst/>
          </a:prstGeom>
          <a:noFill/>
          <a:ln/>
        </p:spPr>
        <p:txBody>
          <a:bodyPr wrap="square" lIns="0" tIns="0" rIns="0" bIns="0" rtlCol="0" anchor="t"/>
          <a:lstStyle/>
          <a:p>
            <a:r>
              <a:rPr lang="en-US" sz="1600" dirty="0">
                <a:solidFill>
                  <a:srgbClr val="000000"/>
                </a:solidFill>
                <a:latin typeface="Aptos" panose="020B0004020202020204" pitchFamily="34" charset="0"/>
                <a:ea typeface="Inter" pitchFamily="34" charset="-122"/>
                <a:cs typeface="Inter" pitchFamily="34" charset="-120"/>
              </a:rPr>
              <a:t>Create shade over hives during peak summer heat.</a:t>
            </a:r>
            <a:endParaRPr lang="en-US" sz="1600" dirty="0">
              <a:latin typeface="Aptos" panose="020B0004020202020204" pitchFamily="34" charset="0"/>
            </a:endParaRPr>
          </a:p>
        </p:txBody>
      </p:sp>
      <p:pic>
        <p:nvPicPr>
          <p:cNvPr id="10" name="Image 3" descr="preencoded.png">
            <a:extLst>
              <a:ext uri="{FF2B5EF4-FFF2-40B4-BE49-F238E27FC236}">
                <a16:creationId xmlns:a16="http://schemas.microsoft.com/office/drawing/2014/main" id="{F446BCA9-5F7A-5150-FADC-6BBFEFAF3CC1}"/>
              </a:ext>
            </a:extLst>
          </p:cNvPr>
          <p:cNvPicPr>
            <a:picLocks noChangeAspect="1"/>
          </p:cNvPicPr>
          <p:nvPr/>
        </p:nvPicPr>
        <p:blipFill>
          <a:blip r:embed="rId4"/>
          <a:stretch>
            <a:fillRect/>
          </a:stretch>
        </p:blipFill>
        <p:spPr>
          <a:xfrm>
            <a:off x="3476824" y="4254946"/>
            <a:ext cx="413643" cy="413643"/>
          </a:xfrm>
          <a:prstGeom prst="rect">
            <a:avLst/>
          </a:prstGeom>
        </p:spPr>
      </p:pic>
      <p:sp>
        <p:nvSpPr>
          <p:cNvPr id="11" name="Text 5">
            <a:extLst>
              <a:ext uri="{FF2B5EF4-FFF2-40B4-BE49-F238E27FC236}">
                <a16:creationId xmlns:a16="http://schemas.microsoft.com/office/drawing/2014/main" id="{5C25E8FD-BB9A-D263-51BC-5A03147AA072}"/>
              </a:ext>
            </a:extLst>
          </p:cNvPr>
          <p:cNvSpPr/>
          <p:nvPr/>
        </p:nvSpPr>
        <p:spPr>
          <a:xfrm>
            <a:off x="4055865" y="4324301"/>
            <a:ext cx="1437084" cy="775693"/>
          </a:xfrm>
          <a:prstGeom prst="rect">
            <a:avLst/>
          </a:prstGeom>
          <a:noFill/>
          <a:ln/>
        </p:spPr>
        <p:txBody>
          <a:bodyPr wrap="square" lIns="0" tIns="0" rIns="0" bIns="0" rtlCol="0" anchor="t"/>
          <a:lstStyle/>
          <a:p>
            <a:pPr>
              <a:lnSpc>
                <a:spcPts val="2000"/>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Plant Heat-Resistant Flowers</a:t>
            </a:r>
            <a:endParaRPr lang="en-US" sz="2000" dirty="0">
              <a:latin typeface="Aptos" panose="020B0004020202020204" pitchFamily="34" charset="0"/>
            </a:endParaRPr>
          </a:p>
        </p:txBody>
      </p:sp>
      <p:sp>
        <p:nvSpPr>
          <p:cNvPr id="12" name="Text 6">
            <a:extLst>
              <a:ext uri="{FF2B5EF4-FFF2-40B4-BE49-F238E27FC236}">
                <a16:creationId xmlns:a16="http://schemas.microsoft.com/office/drawing/2014/main" id="{3809E24D-47C7-6CA1-D27A-41D44E7B4F5F}"/>
              </a:ext>
            </a:extLst>
          </p:cNvPr>
          <p:cNvSpPr/>
          <p:nvPr/>
        </p:nvSpPr>
        <p:spPr>
          <a:xfrm>
            <a:off x="4055865" y="5199211"/>
            <a:ext cx="1437084" cy="1058863"/>
          </a:xfrm>
          <a:prstGeom prst="rect">
            <a:avLst/>
          </a:prstGeom>
          <a:noFill/>
          <a:ln/>
        </p:spPr>
        <p:txBody>
          <a:bodyPr wrap="square" lIns="0" tIns="0" rIns="0" bIns="0" rtlCol="0" anchor="t"/>
          <a:lstStyle/>
          <a:p>
            <a:r>
              <a:rPr lang="en-US" sz="1600" dirty="0">
                <a:solidFill>
                  <a:srgbClr val="000000"/>
                </a:solidFill>
                <a:latin typeface="Aptos" panose="020B0004020202020204" pitchFamily="34" charset="0"/>
                <a:ea typeface="Inter" pitchFamily="34" charset="-122"/>
                <a:cs typeface="Inter" pitchFamily="34" charset="-120"/>
              </a:rPr>
              <a:t>Ensure nectar sources even during hot weather.</a:t>
            </a:r>
            <a:endParaRPr lang="en-US" sz="1600" dirty="0">
              <a:latin typeface="Aptos" panose="020B0004020202020204" pitchFamily="34" charset="0"/>
            </a:endParaRPr>
          </a:p>
        </p:txBody>
      </p:sp>
      <p:pic>
        <p:nvPicPr>
          <p:cNvPr id="13" name="Image 4" descr="preencoded.png">
            <a:extLst>
              <a:ext uri="{FF2B5EF4-FFF2-40B4-BE49-F238E27FC236}">
                <a16:creationId xmlns:a16="http://schemas.microsoft.com/office/drawing/2014/main" id="{3D42B5A8-458A-75AE-CA7B-0662485D1205}"/>
              </a:ext>
            </a:extLst>
          </p:cNvPr>
          <p:cNvPicPr>
            <a:picLocks noChangeAspect="1"/>
          </p:cNvPicPr>
          <p:nvPr/>
        </p:nvPicPr>
        <p:blipFill>
          <a:blip r:embed="rId5"/>
          <a:stretch>
            <a:fillRect/>
          </a:stretch>
        </p:blipFill>
        <p:spPr>
          <a:xfrm>
            <a:off x="1295400" y="4254946"/>
            <a:ext cx="413643" cy="413643"/>
          </a:xfrm>
          <a:prstGeom prst="rect">
            <a:avLst/>
          </a:prstGeom>
        </p:spPr>
      </p:pic>
      <p:sp>
        <p:nvSpPr>
          <p:cNvPr id="14" name="Text 7">
            <a:extLst>
              <a:ext uri="{FF2B5EF4-FFF2-40B4-BE49-F238E27FC236}">
                <a16:creationId xmlns:a16="http://schemas.microsoft.com/office/drawing/2014/main" id="{977737F4-29D0-AF61-38AD-F368723F96C5}"/>
              </a:ext>
            </a:extLst>
          </p:cNvPr>
          <p:cNvSpPr/>
          <p:nvPr/>
        </p:nvSpPr>
        <p:spPr>
          <a:xfrm>
            <a:off x="1874441" y="4324301"/>
            <a:ext cx="1436985" cy="517128"/>
          </a:xfrm>
          <a:prstGeom prst="rect">
            <a:avLst/>
          </a:prstGeom>
          <a:noFill/>
          <a:ln/>
        </p:spPr>
        <p:txBody>
          <a:bodyPr wrap="square" lIns="0" tIns="0" rIns="0" bIns="0" rtlCol="0" anchor="t"/>
          <a:lstStyle/>
          <a:p>
            <a:pPr>
              <a:lnSpc>
                <a:spcPts val="2000"/>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Avoid Summer Pesticides</a:t>
            </a:r>
            <a:endParaRPr lang="en-US" sz="2000" dirty="0">
              <a:latin typeface="Aptos" panose="020B0004020202020204" pitchFamily="34" charset="0"/>
            </a:endParaRPr>
          </a:p>
        </p:txBody>
      </p:sp>
      <p:sp>
        <p:nvSpPr>
          <p:cNvPr id="15" name="Text 8">
            <a:extLst>
              <a:ext uri="{FF2B5EF4-FFF2-40B4-BE49-F238E27FC236}">
                <a16:creationId xmlns:a16="http://schemas.microsoft.com/office/drawing/2014/main" id="{A8F9715C-FC94-F942-D97C-021387F1887B}"/>
              </a:ext>
            </a:extLst>
          </p:cNvPr>
          <p:cNvSpPr/>
          <p:nvPr/>
        </p:nvSpPr>
        <p:spPr>
          <a:xfrm>
            <a:off x="1874439" y="5183178"/>
            <a:ext cx="1436985" cy="1058863"/>
          </a:xfrm>
          <a:prstGeom prst="rect">
            <a:avLst/>
          </a:prstGeom>
          <a:noFill/>
          <a:ln/>
        </p:spPr>
        <p:txBody>
          <a:bodyPr wrap="square" lIns="0" tIns="0" rIns="0" bIns="0" rtlCol="0" anchor="t"/>
          <a:lstStyle/>
          <a:p>
            <a:r>
              <a:rPr lang="en-US" sz="1600" dirty="0">
                <a:solidFill>
                  <a:srgbClr val="000000"/>
                </a:solidFill>
                <a:latin typeface="Aptos" panose="020B0004020202020204" pitchFamily="34" charset="0"/>
                <a:ea typeface="Inter" pitchFamily="34" charset="-122"/>
                <a:cs typeface="Inter" pitchFamily="34" charset="-120"/>
              </a:rPr>
              <a:t>Don't add chemical stress during already difficult periods.</a:t>
            </a:r>
            <a:endParaRPr lang="en-US" sz="1600" dirty="0">
              <a:latin typeface="Aptos" panose="020B0004020202020204" pitchFamily="34" charset="0"/>
            </a:endParaRPr>
          </a:p>
        </p:txBody>
      </p:sp>
      <p:pic>
        <p:nvPicPr>
          <p:cNvPr id="16" name="Image 0" descr="preencoded.png">
            <a:extLst>
              <a:ext uri="{FF2B5EF4-FFF2-40B4-BE49-F238E27FC236}">
                <a16:creationId xmlns:a16="http://schemas.microsoft.com/office/drawing/2014/main" id="{85AD2715-8C56-189D-12D5-313EFE8B9922}"/>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607851" y="1607547"/>
            <a:ext cx="3100351" cy="4650527"/>
          </a:xfrm>
          <a:prstGeom prst="rect">
            <a:avLst/>
          </a:prstGeom>
        </p:spPr>
      </p:pic>
    </p:spTree>
    <p:extLst>
      <p:ext uri="{BB962C8B-B14F-4D97-AF65-F5344CB8AC3E}">
        <p14:creationId xmlns:p14="http://schemas.microsoft.com/office/powerpoint/2010/main" val="29821090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C3D787D1-7A9A-8C53-3F46-6EDAE7BD7EB8}"/>
              </a:ext>
            </a:extLst>
          </p:cNvPr>
          <p:cNvSpPr/>
          <p:nvPr/>
        </p:nvSpPr>
        <p:spPr>
          <a:xfrm>
            <a:off x="661492" y="925314"/>
            <a:ext cx="5899448" cy="590649"/>
          </a:xfrm>
          <a:prstGeom prst="rect">
            <a:avLst/>
          </a:prstGeom>
          <a:noFill/>
          <a:ln/>
        </p:spPr>
        <p:txBody>
          <a:bodyPr wrap="none" lIns="0" tIns="0" rIns="0" bIns="0" rtlCol="0" anchor="t"/>
          <a:lstStyle/>
          <a:p>
            <a:pPr>
              <a:lnSpc>
                <a:spcPts val="4625"/>
              </a:lnSpc>
            </a:pPr>
            <a:r>
              <a:rPr lang="en-US" sz="4400" dirty="0">
                <a:solidFill>
                  <a:srgbClr val="000000"/>
                </a:solidFill>
                <a:latin typeface="Aptos" panose="020B0004020202020204" pitchFamily="34" charset="0"/>
                <a:ea typeface="Playfair Display Bold" pitchFamily="34" charset="-122"/>
                <a:cs typeface="Playfair Display Bold" pitchFamily="34" charset="-120"/>
              </a:rPr>
              <a:t>Further Investigation Ideas</a:t>
            </a:r>
            <a:endParaRPr lang="en-US" sz="4400" dirty="0">
              <a:latin typeface="Aptos" panose="020B0004020202020204" pitchFamily="34" charset="0"/>
            </a:endParaRPr>
          </a:p>
        </p:txBody>
      </p:sp>
      <p:sp>
        <p:nvSpPr>
          <p:cNvPr id="5" name="Shape 1">
            <a:extLst>
              <a:ext uri="{FF2B5EF4-FFF2-40B4-BE49-F238E27FC236}">
                <a16:creationId xmlns:a16="http://schemas.microsoft.com/office/drawing/2014/main" id="{27CE0FF0-F1FF-8EDE-3F1D-1A183FC176B8}"/>
              </a:ext>
            </a:extLst>
          </p:cNvPr>
          <p:cNvSpPr/>
          <p:nvPr/>
        </p:nvSpPr>
        <p:spPr>
          <a:xfrm>
            <a:off x="661492" y="2651225"/>
            <a:ext cx="3496965" cy="2009081"/>
          </a:xfrm>
          <a:prstGeom prst="roundRect">
            <a:avLst>
              <a:gd name="adj" fmla="val 3952"/>
            </a:avLst>
          </a:prstGeom>
          <a:solidFill>
            <a:srgbClr val="CCEDFF"/>
          </a:solidFill>
          <a:ln w="7620">
            <a:solidFill>
              <a:srgbClr val="B2D3E5"/>
            </a:solidFill>
            <a:prstDash val="solid"/>
          </a:ln>
        </p:spPr>
        <p:txBody>
          <a:bodyPr/>
          <a:lstStyle/>
          <a:p>
            <a:endParaRPr lang="en-US" sz="1600">
              <a:latin typeface="Aptos" panose="020B0004020202020204" pitchFamily="34" charset="0"/>
            </a:endParaRPr>
          </a:p>
        </p:txBody>
      </p:sp>
      <p:sp>
        <p:nvSpPr>
          <p:cNvPr id="6" name="Text 2">
            <a:extLst>
              <a:ext uri="{FF2B5EF4-FFF2-40B4-BE49-F238E27FC236}">
                <a16:creationId xmlns:a16="http://schemas.microsoft.com/office/drawing/2014/main" id="{CF97D1A2-E54F-3050-0177-9B0B930CC60C}"/>
              </a:ext>
            </a:extLst>
          </p:cNvPr>
          <p:cNvSpPr/>
          <p:nvPr/>
        </p:nvSpPr>
        <p:spPr>
          <a:xfrm>
            <a:off x="856853" y="2846586"/>
            <a:ext cx="2998292" cy="295275"/>
          </a:xfrm>
          <a:prstGeom prst="rect">
            <a:avLst/>
          </a:prstGeom>
          <a:noFill/>
          <a:ln/>
        </p:spPr>
        <p:txBody>
          <a:bodyPr wrap="none" lIns="0" tIns="0" rIns="0" bIns="0" rtlCol="0" anchor="t"/>
          <a:lstStyle/>
          <a:p>
            <a:pPr>
              <a:lnSpc>
                <a:spcPts val="2292"/>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Experimental Interventions</a:t>
            </a:r>
            <a:endParaRPr lang="en-US" sz="2000" dirty="0">
              <a:latin typeface="Aptos" panose="020B0004020202020204" pitchFamily="34" charset="0"/>
            </a:endParaRPr>
          </a:p>
        </p:txBody>
      </p:sp>
      <p:sp>
        <p:nvSpPr>
          <p:cNvPr id="7" name="Text 3">
            <a:extLst>
              <a:ext uri="{FF2B5EF4-FFF2-40B4-BE49-F238E27FC236}">
                <a16:creationId xmlns:a16="http://schemas.microsoft.com/office/drawing/2014/main" id="{A045E160-86C2-9C92-9E2D-FFC6FF6C1126}"/>
              </a:ext>
            </a:extLst>
          </p:cNvPr>
          <p:cNvSpPr/>
          <p:nvPr/>
        </p:nvSpPr>
        <p:spPr>
          <a:xfrm>
            <a:off x="856853" y="3255268"/>
            <a:ext cx="3106242" cy="907257"/>
          </a:xfrm>
          <a:prstGeom prst="rect">
            <a:avLst/>
          </a:prstGeom>
          <a:noFill/>
          <a:ln/>
        </p:spPr>
        <p:txBody>
          <a:bodyPr wrap="square" lIns="0" tIns="0" rIns="0" bIns="0" rtlCol="0" anchor="t"/>
          <a:lstStyle/>
          <a:p>
            <a:pPr>
              <a:lnSpc>
                <a:spcPts val="2375"/>
              </a:lnSpc>
            </a:pPr>
            <a:r>
              <a:rPr lang="en-US" sz="1600" dirty="0">
                <a:solidFill>
                  <a:srgbClr val="000000"/>
                </a:solidFill>
                <a:latin typeface="Aptos" panose="020B0004020202020204" pitchFamily="34" charset="0"/>
                <a:ea typeface="Inter" pitchFamily="34" charset="-122"/>
                <a:cs typeface="Inter" pitchFamily="34" charset="-120"/>
              </a:rPr>
              <a:t>Test if providing additional water or shade to the hives in summer helps the bees.</a:t>
            </a:r>
            <a:endParaRPr lang="en-US" sz="1600" dirty="0">
              <a:latin typeface="Aptos" panose="020B0004020202020204" pitchFamily="34" charset="0"/>
            </a:endParaRPr>
          </a:p>
        </p:txBody>
      </p:sp>
      <p:sp>
        <p:nvSpPr>
          <p:cNvPr id="8" name="Shape 4">
            <a:extLst>
              <a:ext uri="{FF2B5EF4-FFF2-40B4-BE49-F238E27FC236}">
                <a16:creationId xmlns:a16="http://schemas.microsoft.com/office/drawing/2014/main" id="{BE1B77B6-855B-4E98-5B3F-B7BBFD4E97A4}"/>
              </a:ext>
            </a:extLst>
          </p:cNvPr>
          <p:cNvSpPr/>
          <p:nvPr/>
        </p:nvSpPr>
        <p:spPr>
          <a:xfrm>
            <a:off x="4347468" y="2651225"/>
            <a:ext cx="3496965" cy="2009081"/>
          </a:xfrm>
          <a:prstGeom prst="roundRect">
            <a:avLst>
              <a:gd name="adj" fmla="val 3952"/>
            </a:avLst>
          </a:prstGeom>
          <a:solidFill>
            <a:srgbClr val="CCEDFF"/>
          </a:solidFill>
          <a:ln w="7620">
            <a:solidFill>
              <a:srgbClr val="B2D3E5"/>
            </a:solidFill>
            <a:prstDash val="solid"/>
          </a:ln>
        </p:spPr>
        <p:txBody>
          <a:bodyPr/>
          <a:lstStyle/>
          <a:p>
            <a:endParaRPr lang="en-US" sz="1600">
              <a:latin typeface="Aptos" panose="020B0004020202020204" pitchFamily="34" charset="0"/>
            </a:endParaRPr>
          </a:p>
        </p:txBody>
      </p:sp>
      <p:sp>
        <p:nvSpPr>
          <p:cNvPr id="9" name="Text 5">
            <a:extLst>
              <a:ext uri="{FF2B5EF4-FFF2-40B4-BE49-F238E27FC236}">
                <a16:creationId xmlns:a16="http://schemas.microsoft.com/office/drawing/2014/main" id="{7C728273-DC84-2319-5206-BC33C5E7D272}"/>
              </a:ext>
            </a:extLst>
          </p:cNvPr>
          <p:cNvSpPr/>
          <p:nvPr/>
        </p:nvSpPr>
        <p:spPr>
          <a:xfrm>
            <a:off x="4542830" y="2846586"/>
            <a:ext cx="2362696" cy="295275"/>
          </a:xfrm>
          <a:prstGeom prst="rect">
            <a:avLst/>
          </a:prstGeom>
          <a:noFill/>
          <a:ln/>
        </p:spPr>
        <p:txBody>
          <a:bodyPr wrap="none" lIns="0" tIns="0" rIns="0" bIns="0" rtlCol="0" anchor="t"/>
          <a:lstStyle/>
          <a:p>
            <a:pPr>
              <a:lnSpc>
                <a:spcPts val="2292"/>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Parasite Monitoring</a:t>
            </a:r>
            <a:endParaRPr lang="en-US" sz="2000" dirty="0">
              <a:latin typeface="Aptos" panose="020B0004020202020204" pitchFamily="34" charset="0"/>
            </a:endParaRPr>
          </a:p>
        </p:txBody>
      </p:sp>
      <p:sp>
        <p:nvSpPr>
          <p:cNvPr id="10" name="Text 6">
            <a:extLst>
              <a:ext uri="{FF2B5EF4-FFF2-40B4-BE49-F238E27FC236}">
                <a16:creationId xmlns:a16="http://schemas.microsoft.com/office/drawing/2014/main" id="{385A6093-1688-847C-E7F3-8596ACF2E62E}"/>
              </a:ext>
            </a:extLst>
          </p:cNvPr>
          <p:cNvSpPr/>
          <p:nvPr/>
        </p:nvSpPr>
        <p:spPr>
          <a:xfrm>
            <a:off x="4542830" y="3255268"/>
            <a:ext cx="3106242" cy="1209675"/>
          </a:xfrm>
          <a:prstGeom prst="rect">
            <a:avLst/>
          </a:prstGeom>
          <a:noFill/>
          <a:ln/>
        </p:spPr>
        <p:txBody>
          <a:bodyPr wrap="square" lIns="0" tIns="0" rIns="0" bIns="0" rtlCol="0" anchor="t"/>
          <a:lstStyle/>
          <a:p>
            <a:pPr>
              <a:lnSpc>
                <a:spcPts val="2375"/>
              </a:lnSpc>
            </a:pPr>
            <a:r>
              <a:rPr lang="en-US" sz="1600" dirty="0">
                <a:solidFill>
                  <a:srgbClr val="000000"/>
                </a:solidFill>
                <a:latin typeface="Aptos" panose="020B0004020202020204" pitchFamily="34" charset="0"/>
                <a:ea typeface="Inter" pitchFamily="34" charset="-122"/>
                <a:cs typeface="Inter" pitchFamily="34" charset="-120"/>
              </a:rPr>
              <a:t>Check for parasites or diseases in late spring to rule those out or identify them as contributing factors.</a:t>
            </a:r>
            <a:endParaRPr lang="en-US" sz="1600" dirty="0">
              <a:latin typeface="Aptos" panose="020B0004020202020204" pitchFamily="34" charset="0"/>
            </a:endParaRPr>
          </a:p>
        </p:txBody>
      </p:sp>
      <p:sp>
        <p:nvSpPr>
          <p:cNvPr id="11" name="Shape 7">
            <a:extLst>
              <a:ext uri="{FF2B5EF4-FFF2-40B4-BE49-F238E27FC236}">
                <a16:creationId xmlns:a16="http://schemas.microsoft.com/office/drawing/2014/main" id="{7870298A-A695-2D3F-7641-7EC245527842}"/>
              </a:ext>
            </a:extLst>
          </p:cNvPr>
          <p:cNvSpPr/>
          <p:nvPr/>
        </p:nvSpPr>
        <p:spPr>
          <a:xfrm>
            <a:off x="8033444" y="2651225"/>
            <a:ext cx="3496965" cy="2009081"/>
          </a:xfrm>
          <a:prstGeom prst="roundRect">
            <a:avLst>
              <a:gd name="adj" fmla="val 3952"/>
            </a:avLst>
          </a:prstGeom>
          <a:solidFill>
            <a:srgbClr val="CCEDFF"/>
          </a:solidFill>
          <a:ln w="7620">
            <a:solidFill>
              <a:srgbClr val="B2D3E5"/>
            </a:solidFill>
            <a:prstDash val="solid"/>
          </a:ln>
        </p:spPr>
        <p:txBody>
          <a:bodyPr/>
          <a:lstStyle/>
          <a:p>
            <a:endParaRPr lang="en-US" sz="1600">
              <a:latin typeface="Aptos" panose="020B0004020202020204" pitchFamily="34" charset="0"/>
            </a:endParaRPr>
          </a:p>
        </p:txBody>
      </p:sp>
      <p:sp>
        <p:nvSpPr>
          <p:cNvPr id="12" name="Text 8">
            <a:extLst>
              <a:ext uri="{FF2B5EF4-FFF2-40B4-BE49-F238E27FC236}">
                <a16:creationId xmlns:a16="http://schemas.microsoft.com/office/drawing/2014/main" id="{0B88ED1E-1121-C4B3-BDF5-4DDAAEE01BAA}"/>
              </a:ext>
            </a:extLst>
          </p:cNvPr>
          <p:cNvSpPr/>
          <p:nvPr/>
        </p:nvSpPr>
        <p:spPr>
          <a:xfrm>
            <a:off x="8228807" y="2846586"/>
            <a:ext cx="2366467" cy="295275"/>
          </a:xfrm>
          <a:prstGeom prst="rect">
            <a:avLst/>
          </a:prstGeom>
          <a:noFill/>
          <a:ln/>
        </p:spPr>
        <p:txBody>
          <a:bodyPr wrap="none" lIns="0" tIns="0" rIns="0" bIns="0" rtlCol="0" anchor="t"/>
          <a:lstStyle/>
          <a:p>
            <a:pPr>
              <a:lnSpc>
                <a:spcPts val="2292"/>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Regional Comparison</a:t>
            </a:r>
            <a:endParaRPr lang="en-US" sz="2000" dirty="0">
              <a:latin typeface="Aptos" panose="020B0004020202020204" pitchFamily="34" charset="0"/>
            </a:endParaRPr>
          </a:p>
        </p:txBody>
      </p:sp>
      <p:sp>
        <p:nvSpPr>
          <p:cNvPr id="13" name="Text 9">
            <a:extLst>
              <a:ext uri="{FF2B5EF4-FFF2-40B4-BE49-F238E27FC236}">
                <a16:creationId xmlns:a16="http://schemas.microsoft.com/office/drawing/2014/main" id="{CE28B460-A293-F03B-6B65-CED89FA6B1F8}"/>
              </a:ext>
            </a:extLst>
          </p:cNvPr>
          <p:cNvSpPr/>
          <p:nvPr/>
        </p:nvSpPr>
        <p:spPr>
          <a:xfrm>
            <a:off x="8228807" y="3255268"/>
            <a:ext cx="3106242" cy="907257"/>
          </a:xfrm>
          <a:prstGeom prst="rect">
            <a:avLst/>
          </a:prstGeom>
          <a:noFill/>
          <a:ln/>
        </p:spPr>
        <p:txBody>
          <a:bodyPr wrap="square" lIns="0" tIns="0" rIns="0" bIns="0" rtlCol="0" anchor="t"/>
          <a:lstStyle/>
          <a:p>
            <a:pPr>
              <a:lnSpc>
                <a:spcPts val="2375"/>
              </a:lnSpc>
            </a:pPr>
            <a:r>
              <a:rPr lang="en-US" sz="1600" dirty="0">
                <a:solidFill>
                  <a:srgbClr val="000000"/>
                </a:solidFill>
                <a:latin typeface="Aptos" panose="020B0004020202020204" pitchFamily="34" charset="0"/>
                <a:ea typeface="Inter" pitchFamily="34" charset="-122"/>
                <a:cs typeface="Inter" pitchFamily="34" charset="-120"/>
              </a:rPr>
              <a:t>Gather data from other nearby areas to see if they observe the same pattern.</a:t>
            </a:r>
            <a:endParaRPr lang="en-US" sz="1600" dirty="0">
              <a:latin typeface="Aptos" panose="020B0004020202020204" pitchFamily="34" charset="0"/>
            </a:endParaRPr>
          </a:p>
        </p:txBody>
      </p:sp>
      <p:sp>
        <p:nvSpPr>
          <p:cNvPr id="14" name="Text 10">
            <a:extLst>
              <a:ext uri="{FF2B5EF4-FFF2-40B4-BE49-F238E27FC236}">
                <a16:creationId xmlns:a16="http://schemas.microsoft.com/office/drawing/2014/main" id="{3E0BCE4C-F023-B404-EACA-2EDA166F87AC}"/>
              </a:ext>
            </a:extLst>
          </p:cNvPr>
          <p:cNvSpPr/>
          <p:nvPr/>
        </p:nvSpPr>
        <p:spPr>
          <a:xfrm>
            <a:off x="661492" y="4872931"/>
            <a:ext cx="10869018"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These additional investigations could strengthen our conclusions or reveal other factors at play.</a:t>
            </a:r>
            <a:endParaRPr lang="en-US" dirty="0">
              <a:latin typeface="Aptos" panose="020B0004020202020204" pitchFamily="34" charset="0"/>
            </a:endParaRPr>
          </a:p>
        </p:txBody>
      </p:sp>
    </p:spTree>
    <p:extLst>
      <p:ext uri="{BB962C8B-B14F-4D97-AF65-F5344CB8AC3E}">
        <p14:creationId xmlns:p14="http://schemas.microsoft.com/office/powerpoint/2010/main" val="3328136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ADBBA-45CE-4789-8447-DAE41F44E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3C1ABB-6101-D4B6-2A93-36078B6DC168}"/>
              </a:ext>
            </a:extLst>
          </p:cNvPr>
          <p:cNvSpPr>
            <a:spLocks noGrp="1"/>
          </p:cNvSpPr>
          <p:nvPr>
            <p:ph type="ctrTitle"/>
          </p:nvPr>
        </p:nvSpPr>
        <p:spPr/>
        <p:txBody>
          <a:bodyPr/>
          <a:lstStyle/>
          <a:p>
            <a:r>
              <a:rPr lang="en-US" dirty="0"/>
              <a:t>Chapter 10</a:t>
            </a:r>
          </a:p>
        </p:txBody>
      </p:sp>
      <p:sp>
        <p:nvSpPr>
          <p:cNvPr id="3" name="Subtitle 2">
            <a:extLst>
              <a:ext uri="{FF2B5EF4-FFF2-40B4-BE49-F238E27FC236}">
                <a16:creationId xmlns:a16="http://schemas.microsoft.com/office/drawing/2014/main" id="{0483954A-AF1D-EE04-A8F1-8DE0147324B9}"/>
              </a:ext>
            </a:extLst>
          </p:cNvPr>
          <p:cNvSpPr>
            <a:spLocks noGrp="1"/>
          </p:cNvSpPr>
          <p:nvPr>
            <p:ph type="subTitle" idx="1"/>
          </p:nvPr>
        </p:nvSpPr>
        <p:spPr/>
        <p:txBody>
          <a:bodyPr/>
          <a:lstStyle/>
          <a:p>
            <a:r>
              <a:rPr lang="en-US" dirty="0"/>
              <a:t>Communicating Your Findings</a:t>
            </a:r>
          </a:p>
        </p:txBody>
      </p:sp>
    </p:spTree>
    <p:extLst>
      <p:ext uri="{BB962C8B-B14F-4D97-AF65-F5344CB8AC3E}">
        <p14:creationId xmlns:p14="http://schemas.microsoft.com/office/powerpoint/2010/main" val="32052514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AD2E1-BC11-5A9B-BBE1-19409C112272}"/>
              </a:ext>
            </a:extLst>
          </p:cNvPr>
          <p:cNvSpPr>
            <a:spLocks noGrp="1"/>
          </p:cNvSpPr>
          <p:nvPr>
            <p:ph type="title"/>
          </p:nvPr>
        </p:nvSpPr>
        <p:spPr>
          <a:xfrm>
            <a:off x="839788" y="457200"/>
            <a:ext cx="3932237" cy="1600200"/>
          </a:xfrm>
        </p:spPr>
        <p:txBody>
          <a:bodyPr anchor="b">
            <a:normAutofit/>
          </a:bodyPr>
          <a:lstStyle/>
          <a:p>
            <a:r>
              <a:rPr lang="en-US" dirty="0"/>
              <a:t>Communicating Your Findings</a:t>
            </a:r>
          </a:p>
        </p:txBody>
      </p:sp>
      <p:graphicFrame>
        <p:nvGraphicFramePr>
          <p:cNvPr id="5" name="Content Placeholder 2">
            <a:extLst>
              <a:ext uri="{FF2B5EF4-FFF2-40B4-BE49-F238E27FC236}">
                <a16:creationId xmlns:a16="http://schemas.microsoft.com/office/drawing/2014/main" id="{F298F6FA-EE3F-49C9-DA27-BFE48DD8F262}"/>
              </a:ext>
            </a:extLst>
          </p:cNvPr>
          <p:cNvGraphicFramePr>
            <a:graphicFrameLocks noGrp="1"/>
          </p:cNvGraphicFramePr>
          <p:nvPr>
            <p:ph idx="1"/>
            <p:extLst>
              <p:ext uri="{D42A27DB-BD31-4B8C-83A1-F6EECF244321}">
                <p14:modId xmlns:p14="http://schemas.microsoft.com/office/powerpoint/2010/main" val="663534523"/>
              </p:ext>
            </p:extLst>
          </p:nvPr>
        </p:nvGraphicFramePr>
        <p:xfrm>
          <a:off x="5183188" y="987425"/>
          <a:ext cx="6172200" cy="4873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Image 0" descr="preencoded.png">
            <a:extLst>
              <a:ext uri="{FF2B5EF4-FFF2-40B4-BE49-F238E27FC236}">
                <a16:creationId xmlns:a16="http://schemas.microsoft.com/office/drawing/2014/main" id="{F5F13E9D-9951-D8DB-F8A0-3D863A5EAE69}"/>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1166811" y="2057400"/>
            <a:ext cx="3038475" cy="4557712"/>
          </a:xfrm>
          <a:prstGeom prst="rect">
            <a:avLst/>
          </a:prstGeom>
        </p:spPr>
      </p:pic>
    </p:spTree>
    <p:extLst>
      <p:ext uri="{BB962C8B-B14F-4D97-AF65-F5344CB8AC3E}">
        <p14:creationId xmlns:p14="http://schemas.microsoft.com/office/powerpoint/2010/main" val="6261746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A2F7C4E-8F97-9E9E-09E8-E24542E5A0C5}"/>
              </a:ext>
            </a:extLst>
          </p:cNvPr>
          <p:cNvSpPr>
            <a:spLocks noGrp="1"/>
          </p:cNvSpPr>
          <p:nvPr>
            <p:ph type="title"/>
          </p:nvPr>
        </p:nvSpPr>
        <p:spPr/>
        <p:txBody>
          <a:bodyPr/>
          <a:lstStyle/>
          <a:p>
            <a:r>
              <a:rPr lang="en-US" dirty="0"/>
              <a:t>Sample Introduction</a:t>
            </a:r>
          </a:p>
        </p:txBody>
      </p:sp>
      <p:sp>
        <p:nvSpPr>
          <p:cNvPr id="7" name="Text 1">
            <a:extLst>
              <a:ext uri="{FF2B5EF4-FFF2-40B4-BE49-F238E27FC236}">
                <a16:creationId xmlns:a16="http://schemas.microsoft.com/office/drawing/2014/main" id="{04F620B3-8BED-B48F-7782-27DAE94C12E1}"/>
              </a:ext>
            </a:extLst>
          </p:cNvPr>
          <p:cNvSpPr/>
          <p:nvPr/>
        </p:nvSpPr>
        <p:spPr>
          <a:xfrm>
            <a:off x="1121668" y="2914297"/>
            <a:ext cx="6013549" cy="1512094"/>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"The Case of the Disappearing Bees: Solved! Our community garden has been puzzled by a consistent drop in bee counts during summer months. As data detectives, we investigated this mystery using bee count records and weather data to uncover the likely cause."</a:t>
            </a:r>
            <a:endParaRPr lang="en-US" dirty="0">
              <a:latin typeface="Aptos" panose="020B0004020202020204" pitchFamily="34" charset="0"/>
            </a:endParaRPr>
          </a:p>
        </p:txBody>
      </p:sp>
      <p:sp>
        <p:nvSpPr>
          <p:cNvPr id="8" name="Shape 2">
            <a:extLst>
              <a:ext uri="{FF2B5EF4-FFF2-40B4-BE49-F238E27FC236}">
                <a16:creationId xmlns:a16="http://schemas.microsoft.com/office/drawing/2014/main" id="{AADFAFC3-3B88-5510-53B2-DA8BA9149853}"/>
              </a:ext>
            </a:extLst>
          </p:cNvPr>
          <p:cNvSpPr/>
          <p:nvPr/>
        </p:nvSpPr>
        <p:spPr>
          <a:xfrm>
            <a:off x="838200" y="2701671"/>
            <a:ext cx="25400" cy="1937345"/>
          </a:xfrm>
          <a:prstGeom prst="rect">
            <a:avLst/>
          </a:prstGeom>
          <a:solidFill>
            <a:srgbClr val="00263B"/>
          </a:solidFill>
          <a:ln/>
        </p:spPr>
        <p:txBody>
          <a:bodyPr/>
          <a:lstStyle/>
          <a:p>
            <a:endParaRPr lang="en-US" sz="1600">
              <a:latin typeface="Aptos" panose="020B0004020202020204" pitchFamily="34" charset="0"/>
            </a:endParaRPr>
          </a:p>
        </p:txBody>
      </p:sp>
      <p:sp>
        <p:nvSpPr>
          <p:cNvPr id="9" name="Text 3">
            <a:extLst>
              <a:ext uri="{FF2B5EF4-FFF2-40B4-BE49-F238E27FC236}">
                <a16:creationId xmlns:a16="http://schemas.microsoft.com/office/drawing/2014/main" id="{6CD18B21-B152-93AB-83EA-310E9751714D}"/>
              </a:ext>
            </a:extLst>
          </p:cNvPr>
          <p:cNvSpPr/>
          <p:nvPr/>
        </p:nvSpPr>
        <p:spPr>
          <a:xfrm>
            <a:off x="838200" y="4851643"/>
            <a:ext cx="6297018" cy="907257"/>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A good introduction captures attention and clearly states the problem you're solving. It should also explain why the issue matters (bees are important pollinators for the garden).</a:t>
            </a:r>
            <a:endParaRPr lang="en-US" dirty="0">
              <a:latin typeface="Aptos" panose="020B0004020202020204" pitchFamily="34" charset="0"/>
            </a:endParaRPr>
          </a:p>
        </p:txBody>
      </p:sp>
      <p:pic>
        <p:nvPicPr>
          <p:cNvPr id="10" name="Image 0" descr="preencoded.png">
            <a:extLst>
              <a:ext uri="{FF2B5EF4-FFF2-40B4-BE49-F238E27FC236}">
                <a16:creationId xmlns:a16="http://schemas.microsoft.com/office/drawing/2014/main" id="{4549C50A-A422-8FE4-8AD0-6D8254C693A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131542" y="1495975"/>
            <a:ext cx="3222258" cy="4833387"/>
          </a:xfrm>
          <a:prstGeom prst="rect">
            <a:avLst/>
          </a:prstGeom>
        </p:spPr>
      </p:pic>
    </p:spTree>
    <p:extLst>
      <p:ext uri="{BB962C8B-B14F-4D97-AF65-F5344CB8AC3E}">
        <p14:creationId xmlns:p14="http://schemas.microsoft.com/office/powerpoint/2010/main" val="6979254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2D6D1-0BD7-78A6-9BB1-0FCE0885AE9F}"/>
              </a:ext>
            </a:extLst>
          </p:cNvPr>
          <p:cNvSpPr>
            <a:spLocks noGrp="1"/>
          </p:cNvSpPr>
          <p:nvPr>
            <p:ph type="title"/>
          </p:nvPr>
        </p:nvSpPr>
        <p:spPr>
          <a:xfrm>
            <a:off x="838200" y="500062"/>
            <a:ext cx="10515600" cy="1325563"/>
          </a:xfrm>
        </p:spPr>
        <p:txBody>
          <a:bodyPr/>
          <a:lstStyle/>
          <a:p>
            <a:r>
              <a:rPr lang="en-US" dirty="0"/>
              <a:t>Sample Data and Methods</a:t>
            </a:r>
          </a:p>
        </p:txBody>
      </p:sp>
      <p:graphicFrame>
        <p:nvGraphicFramePr>
          <p:cNvPr id="6" name="Content Placeholder 5">
            <a:extLst>
              <a:ext uri="{FF2B5EF4-FFF2-40B4-BE49-F238E27FC236}">
                <a16:creationId xmlns:a16="http://schemas.microsoft.com/office/drawing/2014/main" id="{CF5C84F9-5152-18AB-F758-E4B55F5A4B04}"/>
              </a:ext>
            </a:extLst>
          </p:cNvPr>
          <p:cNvGraphicFramePr>
            <a:graphicFrameLocks noGrp="1"/>
          </p:cNvGraphicFramePr>
          <p:nvPr>
            <p:ph sz="half" idx="1"/>
            <p:extLst>
              <p:ext uri="{D42A27DB-BD31-4B8C-83A1-F6EECF244321}">
                <p14:modId xmlns:p14="http://schemas.microsoft.com/office/powerpoint/2010/main" val="327817007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 9">
            <a:extLst>
              <a:ext uri="{FF2B5EF4-FFF2-40B4-BE49-F238E27FC236}">
                <a16:creationId xmlns:a16="http://schemas.microsoft.com/office/drawing/2014/main" id="{27920C0D-64B1-42A4-999A-AC2BC2FEA621}"/>
              </a:ext>
            </a:extLst>
          </p:cNvPr>
          <p:cNvSpPr/>
          <p:nvPr/>
        </p:nvSpPr>
        <p:spPr>
          <a:xfrm>
            <a:off x="838200" y="6357938"/>
            <a:ext cx="10869018" cy="302419"/>
          </a:xfrm>
          <a:prstGeom prst="rect">
            <a:avLst/>
          </a:prstGeom>
          <a:noFill/>
          <a:ln/>
        </p:spPr>
        <p:txBody>
          <a:bodyPr wrap="none" lIns="0" tIns="0" rIns="0" bIns="0" rtlCol="0" anchor="t"/>
          <a:lstStyle/>
          <a:p>
            <a:pPr>
              <a:lnSpc>
                <a:spcPts val="2375"/>
              </a:lnSpc>
            </a:pPr>
            <a:r>
              <a:rPr lang="en-US" sz="1458" dirty="0">
                <a:solidFill>
                  <a:srgbClr val="000000"/>
                </a:solidFill>
                <a:latin typeface="Inter" pitchFamily="34" charset="0"/>
                <a:ea typeface="Inter" pitchFamily="34" charset="-122"/>
                <a:cs typeface="Inter" pitchFamily="34" charset="-120"/>
              </a:rPr>
              <a:t>Keep technical details simple when presenting to a general audience.</a:t>
            </a:r>
            <a:endParaRPr lang="en-US" sz="1458" dirty="0"/>
          </a:p>
        </p:txBody>
      </p:sp>
    </p:spTree>
    <p:extLst>
      <p:ext uri="{BB962C8B-B14F-4D97-AF65-F5344CB8AC3E}">
        <p14:creationId xmlns:p14="http://schemas.microsoft.com/office/powerpoint/2010/main" val="27283630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BD65DBF-1FF6-D592-CF74-7F3F85F454A3}"/>
              </a:ext>
            </a:extLst>
          </p:cNvPr>
          <p:cNvSpPr>
            <a:spLocks noGrp="1"/>
          </p:cNvSpPr>
          <p:nvPr>
            <p:ph type="title"/>
          </p:nvPr>
        </p:nvSpPr>
        <p:spPr/>
        <p:txBody>
          <a:bodyPr/>
          <a:lstStyle/>
          <a:p>
            <a:r>
              <a:rPr lang="en-US" dirty="0"/>
              <a:t>Sample Findings Presentation</a:t>
            </a:r>
          </a:p>
        </p:txBody>
      </p:sp>
      <p:graphicFrame>
        <p:nvGraphicFramePr>
          <p:cNvPr id="7" name="Content Placeholder 6">
            <a:extLst>
              <a:ext uri="{FF2B5EF4-FFF2-40B4-BE49-F238E27FC236}">
                <a16:creationId xmlns:a16="http://schemas.microsoft.com/office/drawing/2014/main" id="{7D8D7BBD-82EE-0BBA-FFFB-8CA4DE337C52}"/>
              </a:ext>
            </a:extLst>
          </p:cNvPr>
          <p:cNvGraphicFramePr>
            <a:graphicFrameLocks noGrp="1"/>
          </p:cNvGraphicFramePr>
          <p:nvPr>
            <p:ph idx="1"/>
            <p:extLst>
              <p:ext uri="{D42A27DB-BD31-4B8C-83A1-F6EECF244321}">
                <p14:modId xmlns:p14="http://schemas.microsoft.com/office/powerpoint/2010/main" val="2328778573"/>
              </p:ext>
            </p:extLst>
          </p:nvPr>
        </p:nvGraphicFramePr>
        <p:xfrm>
          <a:off x="838200" y="2603500"/>
          <a:ext cx="10515600" cy="35734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081815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0ACE7-F53F-2066-D373-311A8AB7C8CE}"/>
              </a:ext>
            </a:extLst>
          </p:cNvPr>
          <p:cNvSpPr>
            <a:spLocks noGrp="1"/>
          </p:cNvSpPr>
          <p:nvPr>
            <p:ph type="title"/>
          </p:nvPr>
        </p:nvSpPr>
        <p:spPr/>
        <p:txBody>
          <a:bodyPr/>
          <a:lstStyle/>
          <a:p>
            <a:r>
              <a:rPr lang="en-US" dirty="0"/>
              <a:t>Sample Conclusion</a:t>
            </a:r>
          </a:p>
        </p:txBody>
      </p:sp>
      <p:sp>
        <p:nvSpPr>
          <p:cNvPr id="4" name="Shape 1">
            <a:extLst>
              <a:ext uri="{FF2B5EF4-FFF2-40B4-BE49-F238E27FC236}">
                <a16:creationId xmlns:a16="http://schemas.microsoft.com/office/drawing/2014/main" id="{FB140EF8-ADBD-8FD7-A205-D54BCF946A30}"/>
              </a:ext>
            </a:extLst>
          </p:cNvPr>
          <p:cNvSpPr/>
          <p:nvPr/>
        </p:nvSpPr>
        <p:spPr>
          <a:xfrm>
            <a:off x="661492" y="2802433"/>
            <a:ext cx="3496965" cy="1706662"/>
          </a:xfrm>
          <a:prstGeom prst="roundRect">
            <a:avLst>
              <a:gd name="adj" fmla="val 4652"/>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5" name="Text 2">
            <a:extLst>
              <a:ext uri="{FF2B5EF4-FFF2-40B4-BE49-F238E27FC236}">
                <a16:creationId xmlns:a16="http://schemas.microsoft.com/office/drawing/2014/main" id="{FC6AD9F5-B450-7C8F-D71F-BFA9124F1731}"/>
              </a:ext>
            </a:extLst>
          </p:cNvPr>
          <p:cNvSpPr/>
          <p:nvPr/>
        </p:nvSpPr>
        <p:spPr>
          <a:xfrm>
            <a:off x="856854" y="2997795"/>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Answer the Mystery</a:t>
            </a:r>
            <a:endParaRPr lang="en-US" sz="2400" dirty="0">
              <a:latin typeface="Aptos" panose="020B0004020202020204" pitchFamily="34" charset="0"/>
            </a:endParaRPr>
          </a:p>
        </p:txBody>
      </p:sp>
      <p:sp>
        <p:nvSpPr>
          <p:cNvPr id="6" name="Text 3">
            <a:extLst>
              <a:ext uri="{FF2B5EF4-FFF2-40B4-BE49-F238E27FC236}">
                <a16:creationId xmlns:a16="http://schemas.microsoft.com/office/drawing/2014/main" id="{66FF9A29-6D91-CACD-2AF9-C58E42643D22}"/>
              </a:ext>
            </a:extLst>
          </p:cNvPr>
          <p:cNvSpPr/>
          <p:nvPr/>
        </p:nvSpPr>
        <p:spPr>
          <a:xfrm>
            <a:off x="856853" y="3406477"/>
            <a:ext cx="3106242" cy="907257"/>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Heat stress and possibly drought conditions are causing the summer bee decline.</a:t>
            </a:r>
            <a:endParaRPr lang="en-US" dirty="0">
              <a:latin typeface="Aptos" panose="020B0004020202020204" pitchFamily="34" charset="0"/>
            </a:endParaRPr>
          </a:p>
        </p:txBody>
      </p:sp>
      <p:sp>
        <p:nvSpPr>
          <p:cNvPr id="7" name="Shape 4">
            <a:extLst>
              <a:ext uri="{FF2B5EF4-FFF2-40B4-BE49-F238E27FC236}">
                <a16:creationId xmlns:a16="http://schemas.microsoft.com/office/drawing/2014/main" id="{896AE1E0-E077-59F0-3E48-B690A0DFD747}"/>
              </a:ext>
            </a:extLst>
          </p:cNvPr>
          <p:cNvSpPr/>
          <p:nvPr/>
        </p:nvSpPr>
        <p:spPr>
          <a:xfrm>
            <a:off x="4347468" y="2802433"/>
            <a:ext cx="3496965" cy="1706662"/>
          </a:xfrm>
          <a:prstGeom prst="roundRect">
            <a:avLst>
              <a:gd name="adj" fmla="val 4652"/>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8" name="Text 5">
            <a:extLst>
              <a:ext uri="{FF2B5EF4-FFF2-40B4-BE49-F238E27FC236}">
                <a16:creationId xmlns:a16="http://schemas.microsoft.com/office/drawing/2014/main" id="{4C4E016E-F1BD-BA00-E674-3B4EE5252298}"/>
              </a:ext>
            </a:extLst>
          </p:cNvPr>
          <p:cNvSpPr/>
          <p:nvPr/>
        </p:nvSpPr>
        <p:spPr>
          <a:xfrm>
            <a:off x="4542830" y="2997795"/>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Reassurance</a:t>
            </a:r>
            <a:endParaRPr lang="en-US" sz="2400" dirty="0">
              <a:latin typeface="Aptos" panose="020B0004020202020204" pitchFamily="34" charset="0"/>
            </a:endParaRPr>
          </a:p>
        </p:txBody>
      </p:sp>
      <p:sp>
        <p:nvSpPr>
          <p:cNvPr id="9" name="Text 6">
            <a:extLst>
              <a:ext uri="{FF2B5EF4-FFF2-40B4-BE49-F238E27FC236}">
                <a16:creationId xmlns:a16="http://schemas.microsoft.com/office/drawing/2014/main" id="{4F65D0EE-067D-B431-E8E5-BA754BA9878E}"/>
              </a:ext>
            </a:extLst>
          </p:cNvPr>
          <p:cNvSpPr/>
          <p:nvPr/>
        </p:nvSpPr>
        <p:spPr>
          <a:xfrm>
            <a:off x="4542830" y="3406478"/>
            <a:ext cx="3106242" cy="604838"/>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The bees recover naturally when conditions improve in late summer.</a:t>
            </a:r>
            <a:endParaRPr lang="en-US" dirty="0">
              <a:latin typeface="Aptos" panose="020B0004020202020204" pitchFamily="34" charset="0"/>
            </a:endParaRPr>
          </a:p>
        </p:txBody>
      </p:sp>
      <p:sp>
        <p:nvSpPr>
          <p:cNvPr id="10" name="Shape 7">
            <a:extLst>
              <a:ext uri="{FF2B5EF4-FFF2-40B4-BE49-F238E27FC236}">
                <a16:creationId xmlns:a16="http://schemas.microsoft.com/office/drawing/2014/main" id="{C03AB3CA-E5B7-BBF1-2C45-82722474042C}"/>
              </a:ext>
            </a:extLst>
          </p:cNvPr>
          <p:cNvSpPr/>
          <p:nvPr/>
        </p:nvSpPr>
        <p:spPr>
          <a:xfrm>
            <a:off x="8033444" y="2802433"/>
            <a:ext cx="3496965" cy="1706662"/>
          </a:xfrm>
          <a:prstGeom prst="roundRect">
            <a:avLst>
              <a:gd name="adj" fmla="val 4652"/>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11" name="Text 8">
            <a:extLst>
              <a:ext uri="{FF2B5EF4-FFF2-40B4-BE49-F238E27FC236}">
                <a16:creationId xmlns:a16="http://schemas.microsoft.com/office/drawing/2014/main" id="{6840E0FB-410B-AC03-37EA-9AA0ADD03F1C}"/>
              </a:ext>
            </a:extLst>
          </p:cNvPr>
          <p:cNvSpPr/>
          <p:nvPr/>
        </p:nvSpPr>
        <p:spPr>
          <a:xfrm>
            <a:off x="8228807" y="2997795"/>
            <a:ext cx="2525613"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Actionable Suggestions</a:t>
            </a:r>
            <a:endParaRPr lang="en-US" sz="2400" dirty="0">
              <a:latin typeface="Aptos" panose="020B0004020202020204" pitchFamily="34" charset="0"/>
            </a:endParaRPr>
          </a:p>
        </p:txBody>
      </p:sp>
      <p:sp>
        <p:nvSpPr>
          <p:cNvPr id="12" name="Text 9">
            <a:extLst>
              <a:ext uri="{FF2B5EF4-FFF2-40B4-BE49-F238E27FC236}">
                <a16:creationId xmlns:a16="http://schemas.microsoft.com/office/drawing/2014/main" id="{60A9F304-7256-5B0A-7105-467165491A60}"/>
              </a:ext>
            </a:extLst>
          </p:cNvPr>
          <p:cNvSpPr/>
          <p:nvPr/>
        </p:nvSpPr>
        <p:spPr>
          <a:xfrm>
            <a:off x="8228807" y="3406477"/>
            <a:ext cx="3106242" cy="907257"/>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Provide shade, water sources, and avoid pesticides during hot periods.</a:t>
            </a:r>
            <a:endParaRPr lang="en-US" dirty="0">
              <a:latin typeface="Aptos" panose="020B0004020202020204" pitchFamily="34" charset="0"/>
            </a:endParaRPr>
          </a:p>
        </p:txBody>
      </p:sp>
      <p:sp>
        <p:nvSpPr>
          <p:cNvPr id="13" name="Text 10">
            <a:extLst>
              <a:ext uri="{FF2B5EF4-FFF2-40B4-BE49-F238E27FC236}">
                <a16:creationId xmlns:a16="http://schemas.microsoft.com/office/drawing/2014/main" id="{0246CF97-86CE-432B-6C37-E7B314031F79}"/>
              </a:ext>
            </a:extLst>
          </p:cNvPr>
          <p:cNvSpPr/>
          <p:nvPr/>
        </p:nvSpPr>
        <p:spPr>
          <a:xfrm>
            <a:off x="661492" y="4721721"/>
            <a:ext cx="10869018"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A good conclusion provides clear answers and practical next steps based on your findings.</a:t>
            </a:r>
            <a:endParaRPr lang="en-US" dirty="0">
              <a:latin typeface="Aptos" panose="020B0004020202020204" pitchFamily="34" charset="0"/>
            </a:endParaRPr>
          </a:p>
        </p:txBody>
      </p:sp>
    </p:spTree>
    <p:extLst>
      <p:ext uri="{BB962C8B-B14F-4D97-AF65-F5344CB8AC3E}">
        <p14:creationId xmlns:p14="http://schemas.microsoft.com/office/powerpoint/2010/main" val="21551284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0E8B5-21F4-B14E-6BB8-F582AFB3F8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5C3D65-7EF9-D30C-2D0D-6D9F9C9C2439}"/>
              </a:ext>
            </a:extLst>
          </p:cNvPr>
          <p:cNvSpPr>
            <a:spLocks noGrp="1"/>
          </p:cNvSpPr>
          <p:nvPr>
            <p:ph type="ctrTitle"/>
          </p:nvPr>
        </p:nvSpPr>
        <p:spPr/>
        <p:txBody>
          <a:bodyPr/>
          <a:lstStyle/>
          <a:p>
            <a:r>
              <a:rPr lang="en-US" dirty="0"/>
              <a:t>Chapter 10</a:t>
            </a:r>
          </a:p>
        </p:txBody>
      </p:sp>
      <p:sp>
        <p:nvSpPr>
          <p:cNvPr id="3" name="Subtitle 2">
            <a:extLst>
              <a:ext uri="{FF2B5EF4-FFF2-40B4-BE49-F238E27FC236}">
                <a16:creationId xmlns:a16="http://schemas.microsoft.com/office/drawing/2014/main" id="{9BA7DFBA-5F11-88B4-BB56-4D9E7B1D9B49}"/>
              </a:ext>
            </a:extLst>
          </p:cNvPr>
          <p:cNvSpPr>
            <a:spLocks noGrp="1"/>
          </p:cNvSpPr>
          <p:nvPr>
            <p:ph type="subTitle" idx="1"/>
          </p:nvPr>
        </p:nvSpPr>
        <p:spPr/>
        <p:txBody>
          <a:bodyPr/>
          <a:lstStyle/>
          <a:p>
            <a:r>
              <a:rPr lang="en-US" dirty="0"/>
              <a:t xml:space="preserve">Reflection and Key Takeaways </a:t>
            </a:r>
          </a:p>
        </p:txBody>
      </p:sp>
    </p:spTree>
    <p:extLst>
      <p:ext uri="{BB962C8B-B14F-4D97-AF65-F5344CB8AC3E}">
        <p14:creationId xmlns:p14="http://schemas.microsoft.com/office/powerpoint/2010/main" val="26333333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BEA63DDC-10F5-709A-BE8F-CC17F956B912}"/>
              </a:ext>
            </a:extLst>
          </p:cNvPr>
          <p:cNvSpPr>
            <a:spLocks noGrp="1"/>
          </p:cNvSpPr>
          <p:nvPr>
            <p:ph type="title"/>
          </p:nvPr>
        </p:nvSpPr>
        <p:spPr>
          <a:xfrm>
            <a:off x="838200" y="1099100"/>
            <a:ext cx="10515600" cy="1325563"/>
          </a:xfrm>
        </p:spPr>
        <p:txBody>
          <a:bodyPr/>
          <a:lstStyle/>
          <a:p>
            <a:r>
              <a:rPr lang="en-US" dirty="0"/>
              <a:t>Reflection</a:t>
            </a:r>
          </a:p>
        </p:txBody>
      </p:sp>
      <p:graphicFrame>
        <p:nvGraphicFramePr>
          <p:cNvPr id="5" name="Content Placeholder 2">
            <a:extLst>
              <a:ext uri="{FF2B5EF4-FFF2-40B4-BE49-F238E27FC236}">
                <a16:creationId xmlns:a16="http://schemas.microsoft.com/office/drawing/2014/main" id="{2704CBF6-84DE-C3DE-A5FB-8B42ED10BAD6}"/>
              </a:ext>
            </a:extLst>
          </p:cNvPr>
          <p:cNvGraphicFramePr>
            <a:graphicFrameLocks noGrp="1"/>
          </p:cNvGraphicFramePr>
          <p:nvPr>
            <p:ph idx="1"/>
            <p:extLst>
              <p:ext uri="{D42A27DB-BD31-4B8C-83A1-F6EECF244321}">
                <p14:modId xmlns:p14="http://schemas.microsoft.com/office/powerpoint/2010/main" val="2044618323"/>
              </p:ext>
            </p:extLst>
          </p:nvPr>
        </p:nvGraphicFramePr>
        <p:xfrm>
          <a:off x="838200" y="2604051"/>
          <a:ext cx="10515600" cy="35729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49935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08FAA-AD20-CA5C-7582-D25343050481}"/>
              </a:ext>
            </a:extLst>
          </p:cNvPr>
          <p:cNvSpPr>
            <a:spLocks noGrp="1"/>
          </p:cNvSpPr>
          <p:nvPr>
            <p:ph type="title"/>
          </p:nvPr>
        </p:nvSpPr>
        <p:spPr>
          <a:xfrm>
            <a:off x="838200" y="744141"/>
            <a:ext cx="10515600" cy="1325563"/>
          </a:xfrm>
        </p:spPr>
        <p:txBody>
          <a:bodyPr/>
          <a:lstStyle/>
          <a:p>
            <a:r>
              <a:rPr lang="en-US" dirty="0"/>
              <a:t>The Data Detective Process</a:t>
            </a:r>
          </a:p>
        </p:txBody>
      </p:sp>
      <p:sp>
        <p:nvSpPr>
          <p:cNvPr id="4" name="Text 1">
            <a:extLst>
              <a:ext uri="{FF2B5EF4-FFF2-40B4-BE49-F238E27FC236}">
                <a16:creationId xmlns:a16="http://schemas.microsoft.com/office/drawing/2014/main" id="{99E53EC5-A729-6DCA-9BE0-D888055D83FA}"/>
              </a:ext>
            </a:extLst>
          </p:cNvPr>
          <p:cNvSpPr/>
          <p:nvPr/>
        </p:nvSpPr>
        <p:spPr>
          <a:xfrm>
            <a:off x="1642219" y="2451993"/>
            <a:ext cx="2362696" cy="295275"/>
          </a:xfrm>
          <a:prstGeom prst="rect">
            <a:avLst/>
          </a:prstGeom>
          <a:noFill/>
          <a:ln/>
        </p:spPr>
        <p:txBody>
          <a:bodyPr wrap="none" lIns="0" tIns="0" rIns="0" bIns="0" rtlCol="0" anchor="t"/>
          <a:lstStyle/>
          <a:p>
            <a:pPr algn="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Frame It</a:t>
            </a:r>
            <a:endParaRPr lang="en-US" sz="2400" dirty="0">
              <a:latin typeface="Aptos" panose="020B0004020202020204" pitchFamily="34" charset="0"/>
            </a:endParaRPr>
          </a:p>
        </p:txBody>
      </p:sp>
      <p:sp>
        <p:nvSpPr>
          <p:cNvPr id="5" name="Text 2">
            <a:extLst>
              <a:ext uri="{FF2B5EF4-FFF2-40B4-BE49-F238E27FC236}">
                <a16:creationId xmlns:a16="http://schemas.microsoft.com/office/drawing/2014/main" id="{A5DA0445-63FE-2546-F42A-3510CD84DCDB}"/>
              </a:ext>
            </a:extLst>
          </p:cNvPr>
          <p:cNvSpPr/>
          <p:nvPr/>
        </p:nvSpPr>
        <p:spPr>
          <a:xfrm>
            <a:off x="661541" y="2860676"/>
            <a:ext cx="3343374" cy="302419"/>
          </a:xfrm>
          <a:prstGeom prst="rect">
            <a:avLst/>
          </a:prstGeom>
          <a:noFill/>
          <a:ln/>
        </p:spPr>
        <p:txBody>
          <a:bodyPr wrap="none" lIns="0" tIns="0" rIns="0" bIns="0" rtlCol="0" anchor="t"/>
          <a:lstStyle/>
          <a:p>
            <a:pPr algn="r">
              <a:lnSpc>
                <a:spcPts val="2375"/>
              </a:lnSpc>
            </a:pPr>
            <a:r>
              <a:rPr lang="en-US" dirty="0">
                <a:solidFill>
                  <a:srgbClr val="000000"/>
                </a:solidFill>
                <a:latin typeface="Aptos" panose="020B0004020202020204" pitchFamily="34" charset="0"/>
                <a:ea typeface="Inter" pitchFamily="34" charset="-122"/>
                <a:cs typeface="Inter" pitchFamily="34" charset="-120"/>
              </a:rPr>
              <a:t>Define the question clearly</a:t>
            </a:r>
            <a:endParaRPr lang="en-US" dirty="0">
              <a:latin typeface="Aptos" panose="020B0004020202020204" pitchFamily="34" charset="0"/>
            </a:endParaRPr>
          </a:p>
        </p:txBody>
      </p:sp>
      <p:pic>
        <p:nvPicPr>
          <p:cNvPr id="6" name="Image 0" descr="preencoded.png">
            <a:extLst>
              <a:ext uri="{FF2B5EF4-FFF2-40B4-BE49-F238E27FC236}">
                <a16:creationId xmlns:a16="http://schemas.microsoft.com/office/drawing/2014/main" id="{A1454702-6B37-E0BB-353C-F13A2AA013F9}"/>
              </a:ext>
            </a:extLst>
          </p:cNvPr>
          <p:cNvPicPr>
            <a:picLocks noChangeAspect="1"/>
          </p:cNvPicPr>
          <p:nvPr/>
        </p:nvPicPr>
        <p:blipFill>
          <a:blip r:embed="rId2"/>
          <a:stretch>
            <a:fillRect/>
          </a:stretch>
        </p:blipFill>
        <p:spPr>
          <a:xfrm>
            <a:off x="4193927" y="2268042"/>
            <a:ext cx="3804146" cy="3804146"/>
          </a:xfrm>
          <a:prstGeom prst="rect">
            <a:avLst/>
          </a:prstGeom>
        </p:spPr>
      </p:pic>
      <p:pic>
        <p:nvPicPr>
          <p:cNvPr id="7" name="Image 1" descr="preencoded.png">
            <a:extLst>
              <a:ext uri="{FF2B5EF4-FFF2-40B4-BE49-F238E27FC236}">
                <a16:creationId xmlns:a16="http://schemas.microsoft.com/office/drawing/2014/main" id="{4897754B-38B6-3B2E-98FE-98831E75D258}"/>
              </a:ext>
            </a:extLst>
          </p:cNvPr>
          <p:cNvPicPr>
            <a:picLocks noChangeAspect="1"/>
          </p:cNvPicPr>
          <p:nvPr/>
        </p:nvPicPr>
        <p:blipFill>
          <a:blip r:embed="rId3"/>
          <a:stretch>
            <a:fillRect/>
          </a:stretch>
        </p:blipFill>
        <p:spPr>
          <a:xfrm>
            <a:off x="5496967" y="2742902"/>
            <a:ext cx="282773" cy="353517"/>
          </a:xfrm>
          <a:prstGeom prst="rect">
            <a:avLst/>
          </a:prstGeom>
        </p:spPr>
      </p:pic>
      <p:sp>
        <p:nvSpPr>
          <p:cNvPr id="8" name="Text 3">
            <a:extLst>
              <a:ext uri="{FF2B5EF4-FFF2-40B4-BE49-F238E27FC236}">
                <a16:creationId xmlns:a16="http://schemas.microsoft.com/office/drawing/2014/main" id="{3D51BA30-3FFE-3580-17CB-88768ED4C686}"/>
              </a:ext>
            </a:extLst>
          </p:cNvPr>
          <p:cNvSpPr/>
          <p:nvPr/>
        </p:nvSpPr>
        <p:spPr>
          <a:xfrm>
            <a:off x="8187084" y="2451993"/>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Plan It</a:t>
            </a:r>
            <a:endParaRPr lang="en-US" sz="2400" dirty="0">
              <a:latin typeface="Aptos" panose="020B0004020202020204" pitchFamily="34" charset="0"/>
            </a:endParaRPr>
          </a:p>
        </p:txBody>
      </p:sp>
      <p:sp>
        <p:nvSpPr>
          <p:cNvPr id="9" name="Text 4">
            <a:extLst>
              <a:ext uri="{FF2B5EF4-FFF2-40B4-BE49-F238E27FC236}">
                <a16:creationId xmlns:a16="http://schemas.microsoft.com/office/drawing/2014/main" id="{246CD020-C753-7529-8B94-37E1F52ACC73}"/>
              </a:ext>
            </a:extLst>
          </p:cNvPr>
          <p:cNvSpPr/>
          <p:nvPr/>
        </p:nvSpPr>
        <p:spPr>
          <a:xfrm>
            <a:off x="8187084" y="2860676"/>
            <a:ext cx="3343473"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Outline data needs and steps</a:t>
            </a:r>
            <a:endParaRPr lang="en-US" dirty="0">
              <a:latin typeface="Aptos" panose="020B0004020202020204" pitchFamily="34" charset="0"/>
            </a:endParaRPr>
          </a:p>
        </p:txBody>
      </p:sp>
      <p:pic>
        <p:nvPicPr>
          <p:cNvPr id="10" name="Image 2" descr="preencoded.png">
            <a:extLst>
              <a:ext uri="{FF2B5EF4-FFF2-40B4-BE49-F238E27FC236}">
                <a16:creationId xmlns:a16="http://schemas.microsoft.com/office/drawing/2014/main" id="{C762182F-262D-096B-F06F-4A302F38E9E7}"/>
              </a:ext>
            </a:extLst>
          </p:cNvPr>
          <p:cNvPicPr>
            <a:picLocks noChangeAspect="1"/>
          </p:cNvPicPr>
          <p:nvPr/>
        </p:nvPicPr>
        <p:blipFill>
          <a:blip r:embed="rId4"/>
          <a:stretch>
            <a:fillRect/>
          </a:stretch>
        </p:blipFill>
        <p:spPr>
          <a:xfrm>
            <a:off x="4193927" y="2268042"/>
            <a:ext cx="3804146" cy="3804146"/>
          </a:xfrm>
          <a:prstGeom prst="rect">
            <a:avLst/>
          </a:prstGeom>
        </p:spPr>
      </p:pic>
      <p:pic>
        <p:nvPicPr>
          <p:cNvPr id="11" name="Image 3" descr="preencoded.png">
            <a:extLst>
              <a:ext uri="{FF2B5EF4-FFF2-40B4-BE49-F238E27FC236}">
                <a16:creationId xmlns:a16="http://schemas.microsoft.com/office/drawing/2014/main" id="{1A857DB3-D9CA-FE66-E6B1-5B299C0628D2}"/>
              </a:ext>
            </a:extLst>
          </p:cNvPr>
          <p:cNvPicPr>
            <a:picLocks noChangeAspect="1"/>
          </p:cNvPicPr>
          <p:nvPr/>
        </p:nvPicPr>
        <p:blipFill>
          <a:blip r:embed="rId5"/>
          <a:stretch>
            <a:fillRect/>
          </a:stretch>
        </p:blipFill>
        <p:spPr>
          <a:xfrm>
            <a:off x="6808638" y="2971800"/>
            <a:ext cx="282773" cy="353517"/>
          </a:xfrm>
          <a:prstGeom prst="rect">
            <a:avLst/>
          </a:prstGeom>
        </p:spPr>
      </p:pic>
      <p:sp>
        <p:nvSpPr>
          <p:cNvPr id="12" name="Text 5">
            <a:extLst>
              <a:ext uri="{FF2B5EF4-FFF2-40B4-BE49-F238E27FC236}">
                <a16:creationId xmlns:a16="http://schemas.microsoft.com/office/drawing/2014/main" id="{0C2526B3-95AF-D7EF-D58C-E1B10DF01FCA}"/>
              </a:ext>
            </a:extLst>
          </p:cNvPr>
          <p:cNvSpPr/>
          <p:nvPr/>
        </p:nvSpPr>
        <p:spPr>
          <a:xfrm>
            <a:off x="8376096" y="3814465"/>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Wrangle It</a:t>
            </a:r>
            <a:endParaRPr lang="en-US" sz="2400" dirty="0">
              <a:latin typeface="Aptos" panose="020B0004020202020204" pitchFamily="34" charset="0"/>
            </a:endParaRPr>
          </a:p>
        </p:txBody>
      </p:sp>
      <p:sp>
        <p:nvSpPr>
          <p:cNvPr id="13" name="Text 6">
            <a:extLst>
              <a:ext uri="{FF2B5EF4-FFF2-40B4-BE49-F238E27FC236}">
                <a16:creationId xmlns:a16="http://schemas.microsoft.com/office/drawing/2014/main" id="{02A28961-9EE0-E40D-BB55-2323D5EC27AB}"/>
              </a:ext>
            </a:extLst>
          </p:cNvPr>
          <p:cNvSpPr/>
          <p:nvPr/>
        </p:nvSpPr>
        <p:spPr>
          <a:xfrm>
            <a:off x="8376096" y="4223147"/>
            <a:ext cx="3154462"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Clean and combine data</a:t>
            </a:r>
            <a:endParaRPr lang="en-US" dirty="0">
              <a:latin typeface="Aptos" panose="020B0004020202020204" pitchFamily="34" charset="0"/>
            </a:endParaRPr>
          </a:p>
        </p:txBody>
      </p:sp>
      <p:pic>
        <p:nvPicPr>
          <p:cNvPr id="14" name="Image 4" descr="preencoded.png">
            <a:extLst>
              <a:ext uri="{FF2B5EF4-FFF2-40B4-BE49-F238E27FC236}">
                <a16:creationId xmlns:a16="http://schemas.microsoft.com/office/drawing/2014/main" id="{A4814A23-49F3-0B5F-F69C-C6AE28E4911E}"/>
              </a:ext>
            </a:extLst>
          </p:cNvPr>
          <p:cNvPicPr>
            <a:picLocks noChangeAspect="1"/>
          </p:cNvPicPr>
          <p:nvPr/>
        </p:nvPicPr>
        <p:blipFill>
          <a:blip r:embed="rId6"/>
          <a:stretch>
            <a:fillRect/>
          </a:stretch>
        </p:blipFill>
        <p:spPr>
          <a:xfrm>
            <a:off x="4193927" y="2268042"/>
            <a:ext cx="3804146" cy="3804146"/>
          </a:xfrm>
          <a:prstGeom prst="rect">
            <a:avLst/>
          </a:prstGeom>
        </p:spPr>
      </p:pic>
      <p:pic>
        <p:nvPicPr>
          <p:cNvPr id="15" name="Image 5" descr="preencoded.png">
            <a:extLst>
              <a:ext uri="{FF2B5EF4-FFF2-40B4-BE49-F238E27FC236}">
                <a16:creationId xmlns:a16="http://schemas.microsoft.com/office/drawing/2014/main" id="{DBDD01B7-F518-2D4F-925C-628E2AE71130}"/>
              </a:ext>
            </a:extLst>
          </p:cNvPr>
          <p:cNvPicPr>
            <a:picLocks noChangeAspect="1"/>
          </p:cNvPicPr>
          <p:nvPr/>
        </p:nvPicPr>
        <p:blipFill>
          <a:blip r:embed="rId7"/>
          <a:stretch>
            <a:fillRect/>
          </a:stretch>
        </p:blipFill>
        <p:spPr>
          <a:xfrm>
            <a:off x="7266235" y="4222155"/>
            <a:ext cx="282773" cy="353517"/>
          </a:xfrm>
          <a:prstGeom prst="rect">
            <a:avLst/>
          </a:prstGeom>
        </p:spPr>
      </p:pic>
      <p:sp>
        <p:nvSpPr>
          <p:cNvPr id="16" name="Text 7">
            <a:extLst>
              <a:ext uri="{FF2B5EF4-FFF2-40B4-BE49-F238E27FC236}">
                <a16:creationId xmlns:a16="http://schemas.microsoft.com/office/drawing/2014/main" id="{87788078-A9E6-941F-CB3C-4779942D7FE5}"/>
              </a:ext>
            </a:extLst>
          </p:cNvPr>
          <p:cNvSpPr/>
          <p:nvPr/>
        </p:nvSpPr>
        <p:spPr>
          <a:xfrm>
            <a:off x="8187084" y="5177036"/>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Explore It</a:t>
            </a:r>
            <a:endParaRPr lang="en-US" sz="2400" dirty="0">
              <a:latin typeface="Aptos" panose="020B0004020202020204" pitchFamily="34" charset="0"/>
            </a:endParaRPr>
          </a:p>
        </p:txBody>
      </p:sp>
      <p:sp>
        <p:nvSpPr>
          <p:cNvPr id="17" name="Text 8">
            <a:extLst>
              <a:ext uri="{FF2B5EF4-FFF2-40B4-BE49-F238E27FC236}">
                <a16:creationId xmlns:a16="http://schemas.microsoft.com/office/drawing/2014/main" id="{A0959F21-0F46-E683-BF21-84349FA69177}"/>
              </a:ext>
            </a:extLst>
          </p:cNvPr>
          <p:cNvSpPr/>
          <p:nvPr/>
        </p:nvSpPr>
        <p:spPr>
          <a:xfrm>
            <a:off x="8187084" y="5585719"/>
            <a:ext cx="3343473"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Find patterns and clues</a:t>
            </a:r>
            <a:endParaRPr lang="en-US" dirty="0">
              <a:latin typeface="Aptos" panose="020B0004020202020204" pitchFamily="34" charset="0"/>
            </a:endParaRPr>
          </a:p>
        </p:txBody>
      </p:sp>
      <p:pic>
        <p:nvPicPr>
          <p:cNvPr id="18" name="Image 6" descr="preencoded.png">
            <a:extLst>
              <a:ext uri="{FF2B5EF4-FFF2-40B4-BE49-F238E27FC236}">
                <a16:creationId xmlns:a16="http://schemas.microsoft.com/office/drawing/2014/main" id="{A9770CDC-22C9-C9CF-2472-A340FF9C2C25}"/>
              </a:ext>
            </a:extLst>
          </p:cNvPr>
          <p:cNvPicPr>
            <a:picLocks noChangeAspect="1"/>
          </p:cNvPicPr>
          <p:nvPr/>
        </p:nvPicPr>
        <p:blipFill>
          <a:blip r:embed="rId8"/>
          <a:stretch>
            <a:fillRect/>
          </a:stretch>
        </p:blipFill>
        <p:spPr>
          <a:xfrm>
            <a:off x="4193927" y="2268042"/>
            <a:ext cx="3804146" cy="3804146"/>
          </a:xfrm>
          <a:prstGeom prst="rect">
            <a:avLst/>
          </a:prstGeom>
        </p:spPr>
      </p:pic>
      <p:pic>
        <p:nvPicPr>
          <p:cNvPr id="19" name="Image 7" descr="preencoded.png">
            <a:extLst>
              <a:ext uri="{FF2B5EF4-FFF2-40B4-BE49-F238E27FC236}">
                <a16:creationId xmlns:a16="http://schemas.microsoft.com/office/drawing/2014/main" id="{FA8BCDDC-E2DD-FB9C-9D19-F4DB86C863E1}"/>
              </a:ext>
            </a:extLst>
          </p:cNvPr>
          <p:cNvPicPr>
            <a:picLocks noChangeAspect="1"/>
          </p:cNvPicPr>
          <p:nvPr/>
        </p:nvPicPr>
        <p:blipFill>
          <a:blip r:embed="rId9"/>
          <a:stretch>
            <a:fillRect/>
          </a:stretch>
        </p:blipFill>
        <p:spPr>
          <a:xfrm>
            <a:off x="6412160" y="5243612"/>
            <a:ext cx="282773" cy="353517"/>
          </a:xfrm>
          <a:prstGeom prst="rect">
            <a:avLst/>
          </a:prstGeom>
        </p:spPr>
      </p:pic>
      <p:sp>
        <p:nvSpPr>
          <p:cNvPr id="20" name="Text 9">
            <a:extLst>
              <a:ext uri="{FF2B5EF4-FFF2-40B4-BE49-F238E27FC236}">
                <a16:creationId xmlns:a16="http://schemas.microsoft.com/office/drawing/2014/main" id="{8A39D5BF-D3C3-AF11-8312-91FB540FBFE1}"/>
              </a:ext>
            </a:extLst>
          </p:cNvPr>
          <p:cNvSpPr/>
          <p:nvPr/>
        </p:nvSpPr>
        <p:spPr>
          <a:xfrm>
            <a:off x="1642219" y="5177036"/>
            <a:ext cx="2362696" cy="295275"/>
          </a:xfrm>
          <a:prstGeom prst="rect">
            <a:avLst/>
          </a:prstGeom>
          <a:noFill/>
          <a:ln/>
        </p:spPr>
        <p:txBody>
          <a:bodyPr wrap="none" lIns="0" tIns="0" rIns="0" bIns="0" rtlCol="0" anchor="t"/>
          <a:lstStyle/>
          <a:p>
            <a:pPr algn="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Explain It</a:t>
            </a:r>
            <a:endParaRPr lang="en-US" sz="2400" dirty="0">
              <a:latin typeface="Aptos" panose="020B0004020202020204" pitchFamily="34" charset="0"/>
            </a:endParaRPr>
          </a:p>
        </p:txBody>
      </p:sp>
      <p:sp>
        <p:nvSpPr>
          <p:cNvPr id="21" name="Text 10">
            <a:extLst>
              <a:ext uri="{FF2B5EF4-FFF2-40B4-BE49-F238E27FC236}">
                <a16:creationId xmlns:a16="http://schemas.microsoft.com/office/drawing/2014/main" id="{41FAB3D3-1D2C-1460-5E79-8474BA3A24A9}"/>
              </a:ext>
            </a:extLst>
          </p:cNvPr>
          <p:cNvSpPr/>
          <p:nvPr/>
        </p:nvSpPr>
        <p:spPr>
          <a:xfrm>
            <a:off x="661541" y="5585719"/>
            <a:ext cx="3343374" cy="302419"/>
          </a:xfrm>
          <a:prstGeom prst="rect">
            <a:avLst/>
          </a:prstGeom>
          <a:noFill/>
          <a:ln/>
        </p:spPr>
        <p:txBody>
          <a:bodyPr wrap="none" lIns="0" tIns="0" rIns="0" bIns="0" rtlCol="0" anchor="t"/>
          <a:lstStyle/>
          <a:p>
            <a:pPr algn="r">
              <a:lnSpc>
                <a:spcPts val="2375"/>
              </a:lnSpc>
            </a:pPr>
            <a:r>
              <a:rPr lang="en-US" dirty="0">
                <a:solidFill>
                  <a:srgbClr val="000000"/>
                </a:solidFill>
                <a:latin typeface="Aptos" panose="020B0004020202020204" pitchFamily="34" charset="0"/>
                <a:ea typeface="Inter" pitchFamily="34" charset="-122"/>
                <a:cs typeface="Inter" pitchFamily="34" charset="-120"/>
              </a:rPr>
              <a:t>Draw evidence-based conclusions</a:t>
            </a:r>
            <a:endParaRPr lang="en-US" dirty="0">
              <a:latin typeface="Aptos" panose="020B0004020202020204" pitchFamily="34" charset="0"/>
            </a:endParaRPr>
          </a:p>
        </p:txBody>
      </p:sp>
      <p:pic>
        <p:nvPicPr>
          <p:cNvPr id="22" name="Image 8" descr="preencoded.png">
            <a:extLst>
              <a:ext uri="{FF2B5EF4-FFF2-40B4-BE49-F238E27FC236}">
                <a16:creationId xmlns:a16="http://schemas.microsoft.com/office/drawing/2014/main" id="{5014675C-F944-579C-DE9F-B97597F079E5}"/>
              </a:ext>
            </a:extLst>
          </p:cNvPr>
          <p:cNvPicPr>
            <a:picLocks noChangeAspect="1"/>
          </p:cNvPicPr>
          <p:nvPr/>
        </p:nvPicPr>
        <p:blipFill>
          <a:blip r:embed="rId10"/>
          <a:stretch>
            <a:fillRect/>
          </a:stretch>
        </p:blipFill>
        <p:spPr>
          <a:xfrm>
            <a:off x="4193927" y="2268042"/>
            <a:ext cx="3804146" cy="3804146"/>
          </a:xfrm>
          <a:prstGeom prst="rect">
            <a:avLst/>
          </a:prstGeom>
        </p:spPr>
      </p:pic>
      <p:pic>
        <p:nvPicPr>
          <p:cNvPr id="23" name="Image 9" descr="preencoded.png">
            <a:extLst>
              <a:ext uri="{FF2B5EF4-FFF2-40B4-BE49-F238E27FC236}">
                <a16:creationId xmlns:a16="http://schemas.microsoft.com/office/drawing/2014/main" id="{CB5650DC-DD01-6C3E-899C-E504C140C48D}"/>
              </a:ext>
            </a:extLst>
          </p:cNvPr>
          <p:cNvPicPr>
            <a:picLocks noChangeAspect="1"/>
          </p:cNvPicPr>
          <p:nvPr/>
        </p:nvPicPr>
        <p:blipFill>
          <a:blip r:embed="rId11"/>
          <a:stretch>
            <a:fillRect/>
          </a:stretch>
        </p:blipFill>
        <p:spPr>
          <a:xfrm>
            <a:off x="5100488" y="5014714"/>
            <a:ext cx="282773" cy="353517"/>
          </a:xfrm>
          <a:prstGeom prst="rect">
            <a:avLst/>
          </a:prstGeom>
        </p:spPr>
      </p:pic>
      <p:sp>
        <p:nvSpPr>
          <p:cNvPr id="24" name="Text 11">
            <a:extLst>
              <a:ext uri="{FF2B5EF4-FFF2-40B4-BE49-F238E27FC236}">
                <a16:creationId xmlns:a16="http://schemas.microsoft.com/office/drawing/2014/main" id="{A6B3CE4A-A127-D1E0-E530-FA99DAD1F572}"/>
              </a:ext>
            </a:extLst>
          </p:cNvPr>
          <p:cNvSpPr/>
          <p:nvPr/>
        </p:nvSpPr>
        <p:spPr>
          <a:xfrm>
            <a:off x="1453207" y="3814465"/>
            <a:ext cx="2362696" cy="295275"/>
          </a:xfrm>
          <a:prstGeom prst="rect">
            <a:avLst/>
          </a:prstGeom>
          <a:noFill/>
          <a:ln/>
        </p:spPr>
        <p:txBody>
          <a:bodyPr wrap="none" lIns="0" tIns="0" rIns="0" bIns="0" rtlCol="0" anchor="t"/>
          <a:lstStyle/>
          <a:p>
            <a:pPr algn="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Communicate It</a:t>
            </a:r>
            <a:endParaRPr lang="en-US" sz="2400" dirty="0">
              <a:latin typeface="Aptos" panose="020B0004020202020204" pitchFamily="34" charset="0"/>
            </a:endParaRPr>
          </a:p>
        </p:txBody>
      </p:sp>
      <p:sp>
        <p:nvSpPr>
          <p:cNvPr id="25" name="Text 12">
            <a:extLst>
              <a:ext uri="{FF2B5EF4-FFF2-40B4-BE49-F238E27FC236}">
                <a16:creationId xmlns:a16="http://schemas.microsoft.com/office/drawing/2014/main" id="{912E61FE-E9DA-2ADB-1C6A-E1A42E4983DE}"/>
              </a:ext>
            </a:extLst>
          </p:cNvPr>
          <p:cNvSpPr/>
          <p:nvPr/>
        </p:nvSpPr>
        <p:spPr>
          <a:xfrm>
            <a:off x="661541" y="4223147"/>
            <a:ext cx="3154363" cy="302419"/>
          </a:xfrm>
          <a:prstGeom prst="rect">
            <a:avLst/>
          </a:prstGeom>
          <a:noFill/>
          <a:ln/>
        </p:spPr>
        <p:txBody>
          <a:bodyPr wrap="none" lIns="0" tIns="0" rIns="0" bIns="0" rtlCol="0" anchor="t"/>
          <a:lstStyle/>
          <a:p>
            <a:pPr algn="r">
              <a:lnSpc>
                <a:spcPts val="2375"/>
              </a:lnSpc>
            </a:pPr>
            <a:r>
              <a:rPr lang="en-US" dirty="0">
                <a:solidFill>
                  <a:srgbClr val="000000"/>
                </a:solidFill>
                <a:latin typeface="Aptos" panose="020B0004020202020204" pitchFamily="34" charset="0"/>
                <a:ea typeface="Inter" pitchFamily="34" charset="-122"/>
                <a:cs typeface="Inter" pitchFamily="34" charset="-120"/>
              </a:rPr>
              <a:t>Share insights effectively</a:t>
            </a:r>
            <a:endParaRPr lang="en-US" dirty="0">
              <a:latin typeface="Aptos" panose="020B0004020202020204" pitchFamily="34" charset="0"/>
            </a:endParaRPr>
          </a:p>
        </p:txBody>
      </p:sp>
      <p:pic>
        <p:nvPicPr>
          <p:cNvPr id="26" name="Image 10" descr="preencoded.png">
            <a:extLst>
              <a:ext uri="{FF2B5EF4-FFF2-40B4-BE49-F238E27FC236}">
                <a16:creationId xmlns:a16="http://schemas.microsoft.com/office/drawing/2014/main" id="{74B92979-5C58-E44E-60F5-783A4289FA14}"/>
              </a:ext>
            </a:extLst>
          </p:cNvPr>
          <p:cNvPicPr>
            <a:picLocks noChangeAspect="1"/>
          </p:cNvPicPr>
          <p:nvPr/>
        </p:nvPicPr>
        <p:blipFill>
          <a:blip r:embed="rId12"/>
          <a:stretch>
            <a:fillRect/>
          </a:stretch>
        </p:blipFill>
        <p:spPr>
          <a:xfrm>
            <a:off x="4193927" y="2268042"/>
            <a:ext cx="3804146" cy="3804146"/>
          </a:xfrm>
          <a:prstGeom prst="rect">
            <a:avLst/>
          </a:prstGeom>
        </p:spPr>
      </p:pic>
      <p:pic>
        <p:nvPicPr>
          <p:cNvPr id="27" name="Image 11" descr="preencoded.png">
            <a:extLst>
              <a:ext uri="{FF2B5EF4-FFF2-40B4-BE49-F238E27FC236}">
                <a16:creationId xmlns:a16="http://schemas.microsoft.com/office/drawing/2014/main" id="{3818C0BB-1016-C2A7-E23E-64C9F6B1ECCB}"/>
              </a:ext>
            </a:extLst>
          </p:cNvPr>
          <p:cNvPicPr>
            <a:picLocks noChangeAspect="1"/>
          </p:cNvPicPr>
          <p:nvPr/>
        </p:nvPicPr>
        <p:blipFill>
          <a:blip r:embed="rId13"/>
          <a:stretch>
            <a:fillRect/>
          </a:stretch>
        </p:blipFill>
        <p:spPr>
          <a:xfrm>
            <a:off x="4642892" y="3764359"/>
            <a:ext cx="282773" cy="353517"/>
          </a:xfrm>
          <a:prstGeom prst="rect">
            <a:avLst/>
          </a:prstGeom>
        </p:spPr>
      </p:pic>
      <p:sp>
        <p:nvSpPr>
          <p:cNvPr id="28" name="Text 13">
            <a:extLst>
              <a:ext uri="{FF2B5EF4-FFF2-40B4-BE49-F238E27FC236}">
                <a16:creationId xmlns:a16="http://schemas.microsoft.com/office/drawing/2014/main" id="{356C0A27-49CB-A11C-5FEE-E33A9EBAA6A9}"/>
              </a:ext>
            </a:extLst>
          </p:cNvPr>
          <p:cNvSpPr/>
          <p:nvPr/>
        </p:nvSpPr>
        <p:spPr>
          <a:xfrm>
            <a:off x="661541" y="6284814"/>
            <a:ext cx="10869018"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This process can be applied to any data mystery you encounter in the future.</a:t>
            </a:r>
            <a:endParaRPr lang="en-US" dirty="0">
              <a:latin typeface="Aptos" panose="020B0004020202020204" pitchFamily="34" charset="0"/>
            </a:endParaRPr>
          </a:p>
        </p:txBody>
      </p:sp>
    </p:spTree>
    <p:extLst>
      <p:ext uri="{BB962C8B-B14F-4D97-AF65-F5344CB8AC3E}">
        <p14:creationId xmlns:p14="http://schemas.microsoft.com/office/powerpoint/2010/main" val="33606187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0C5DA-6F57-8337-CB26-8572E67C42DB}"/>
              </a:ext>
            </a:extLst>
          </p:cNvPr>
          <p:cNvSpPr>
            <a:spLocks noGrp="1"/>
          </p:cNvSpPr>
          <p:nvPr>
            <p:ph type="title"/>
          </p:nvPr>
        </p:nvSpPr>
        <p:spPr/>
        <p:txBody>
          <a:bodyPr/>
          <a:lstStyle/>
          <a:p>
            <a:r>
              <a:rPr lang="en-US" dirty="0"/>
              <a:t>Common Challenges in Data Projects</a:t>
            </a:r>
          </a:p>
        </p:txBody>
      </p:sp>
      <p:sp>
        <p:nvSpPr>
          <p:cNvPr id="4" name="Shape 1">
            <a:extLst>
              <a:ext uri="{FF2B5EF4-FFF2-40B4-BE49-F238E27FC236}">
                <a16:creationId xmlns:a16="http://schemas.microsoft.com/office/drawing/2014/main" id="{6036EB5E-6209-996D-1ED9-75DB72EEDB35}"/>
              </a:ext>
            </a:extLst>
          </p:cNvPr>
          <p:cNvSpPr/>
          <p:nvPr/>
        </p:nvSpPr>
        <p:spPr>
          <a:xfrm>
            <a:off x="704354" y="2704802"/>
            <a:ext cx="425252" cy="42525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5" name="Image 0" descr="preencoded.png">
            <a:extLst>
              <a:ext uri="{FF2B5EF4-FFF2-40B4-BE49-F238E27FC236}">
                <a16:creationId xmlns:a16="http://schemas.microsoft.com/office/drawing/2014/main" id="{F171149E-0FDF-493E-8E19-43D2602C4B81}"/>
              </a:ext>
            </a:extLst>
          </p:cNvPr>
          <p:cNvPicPr>
            <a:picLocks noChangeAspect="1"/>
          </p:cNvPicPr>
          <p:nvPr/>
        </p:nvPicPr>
        <p:blipFill>
          <a:blip r:embed="rId2"/>
          <a:stretch>
            <a:fillRect/>
          </a:stretch>
        </p:blipFill>
        <p:spPr>
          <a:xfrm>
            <a:off x="775246" y="2740224"/>
            <a:ext cx="283468" cy="354409"/>
          </a:xfrm>
          <a:prstGeom prst="rect">
            <a:avLst/>
          </a:prstGeom>
        </p:spPr>
      </p:pic>
      <p:sp>
        <p:nvSpPr>
          <p:cNvPr id="6" name="Text 2">
            <a:extLst>
              <a:ext uri="{FF2B5EF4-FFF2-40B4-BE49-F238E27FC236}">
                <a16:creationId xmlns:a16="http://schemas.microsoft.com/office/drawing/2014/main" id="{BAD85530-3D3B-58F7-2544-00A2ECC3A903}"/>
              </a:ext>
            </a:extLst>
          </p:cNvPr>
          <p:cNvSpPr/>
          <p:nvPr/>
        </p:nvSpPr>
        <p:spPr>
          <a:xfrm>
            <a:off x="1318618" y="2769691"/>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Messy Data</a:t>
            </a:r>
            <a:endParaRPr lang="en-US" sz="2400" dirty="0">
              <a:latin typeface="Aptos" panose="020B0004020202020204" pitchFamily="34" charset="0"/>
            </a:endParaRPr>
          </a:p>
        </p:txBody>
      </p:sp>
      <p:sp>
        <p:nvSpPr>
          <p:cNvPr id="7" name="Text 3">
            <a:extLst>
              <a:ext uri="{FF2B5EF4-FFF2-40B4-BE49-F238E27FC236}">
                <a16:creationId xmlns:a16="http://schemas.microsoft.com/office/drawing/2014/main" id="{A406992F-7A79-E5D0-7DCD-1AD43E014113}"/>
              </a:ext>
            </a:extLst>
          </p:cNvPr>
          <p:cNvSpPr/>
          <p:nvPr/>
        </p:nvSpPr>
        <p:spPr>
          <a:xfrm>
            <a:off x="1318618" y="3178373"/>
            <a:ext cx="4702175" cy="604838"/>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Real-world data is rarely clean and often requires significant preparation.</a:t>
            </a:r>
            <a:endParaRPr lang="en-US" dirty="0">
              <a:latin typeface="Aptos" panose="020B0004020202020204" pitchFamily="34" charset="0"/>
            </a:endParaRPr>
          </a:p>
        </p:txBody>
      </p:sp>
      <p:sp>
        <p:nvSpPr>
          <p:cNvPr id="8" name="Shape 4">
            <a:extLst>
              <a:ext uri="{FF2B5EF4-FFF2-40B4-BE49-F238E27FC236}">
                <a16:creationId xmlns:a16="http://schemas.microsoft.com/office/drawing/2014/main" id="{3F54E989-F025-5F7B-8022-9BACDE5E708C}"/>
              </a:ext>
            </a:extLst>
          </p:cNvPr>
          <p:cNvSpPr/>
          <p:nvPr/>
        </p:nvSpPr>
        <p:spPr>
          <a:xfrm>
            <a:off x="6257032" y="2704802"/>
            <a:ext cx="425252" cy="42525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9" name="Image 1" descr="preencoded.png">
            <a:extLst>
              <a:ext uri="{FF2B5EF4-FFF2-40B4-BE49-F238E27FC236}">
                <a16:creationId xmlns:a16="http://schemas.microsoft.com/office/drawing/2014/main" id="{5CE1D61E-447D-1E2F-9249-C070AA2D16F5}"/>
              </a:ext>
            </a:extLst>
          </p:cNvPr>
          <p:cNvPicPr>
            <a:picLocks noChangeAspect="1"/>
          </p:cNvPicPr>
          <p:nvPr/>
        </p:nvPicPr>
        <p:blipFill>
          <a:blip r:embed="rId3"/>
          <a:stretch>
            <a:fillRect/>
          </a:stretch>
        </p:blipFill>
        <p:spPr>
          <a:xfrm>
            <a:off x="6327925" y="2740224"/>
            <a:ext cx="283468" cy="354409"/>
          </a:xfrm>
          <a:prstGeom prst="rect">
            <a:avLst/>
          </a:prstGeom>
        </p:spPr>
      </p:pic>
      <p:sp>
        <p:nvSpPr>
          <p:cNvPr id="10" name="Text 5">
            <a:extLst>
              <a:ext uri="{FF2B5EF4-FFF2-40B4-BE49-F238E27FC236}">
                <a16:creationId xmlns:a16="http://schemas.microsoft.com/office/drawing/2014/main" id="{E5C6A0E8-66BA-1664-EF84-BCB235B4ED7D}"/>
              </a:ext>
            </a:extLst>
          </p:cNvPr>
          <p:cNvSpPr/>
          <p:nvPr/>
        </p:nvSpPr>
        <p:spPr>
          <a:xfrm>
            <a:off x="6871296" y="2769691"/>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Unclear Patterns</a:t>
            </a:r>
            <a:endParaRPr lang="en-US" sz="2400" dirty="0">
              <a:latin typeface="Aptos" panose="020B0004020202020204" pitchFamily="34" charset="0"/>
            </a:endParaRPr>
          </a:p>
        </p:txBody>
      </p:sp>
      <p:sp>
        <p:nvSpPr>
          <p:cNvPr id="11" name="Text 6">
            <a:extLst>
              <a:ext uri="{FF2B5EF4-FFF2-40B4-BE49-F238E27FC236}">
                <a16:creationId xmlns:a16="http://schemas.microsoft.com/office/drawing/2014/main" id="{49898B18-404B-29E1-DFA9-1947EC5E6C60}"/>
              </a:ext>
            </a:extLst>
          </p:cNvPr>
          <p:cNvSpPr/>
          <p:nvPr/>
        </p:nvSpPr>
        <p:spPr>
          <a:xfrm>
            <a:off x="6871296" y="3178373"/>
            <a:ext cx="4702175" cy="604838"/>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Sometimes relationships aren't obvious and require deeper investigation.</a:t>
            </a:r>
            <a:endParaRPr lang="en-US" dirty="0">
              <a:latin typeface="Aptos" panose="020B0004020202020204" pitchFamily="34" charset="0"/>
            </a:endParaRPr>
          </a:p>
        </p:txBody>
      </p:sp>
      <p:sp>
        <p:nvSpPr>
          <p:cNvPr id="12" name="Shape 7">
            <a:extLst>
              <a:ext uri="{FF2B5EF4-FFF2-40B4-BE49-F238E27FC236}">
                <a16:creationId xmlns:a16="http://schemas.microsoft.com/office/drawing/2014/main" id="{1D5E3876-167F-27C0-F214-6D9BD3E703C8}"/>
              </a:ext>
            </a:extLst>
          </p:cNvPr>
          <p:cNvSpPr/>
          <p:nvPr/>
        </p:nvSpPr>
        <p:spPr>
          <a:xfrm>
            <a:off x="704354" y="4161234"/>
            <a:ext cx="425252" cy="42525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13" name="Image 2" descr="preencoded.png">
            <a:extLst>
              <a:ext uri="{FF2B5EF4-FFF2-40B4-BE49-F238E27FC236}">
                <a16:creationId xmlns:a16="http://schemas.microsoft.com/office/drawing/2014/main" id="{4080C727-D055-99DB-432F-E04750CB989A}"/>
              </a:ext>
            </a:extLst>
          </p:cNvPr>
          <p:cNvPicPr>
            <a:picLocks noChangeAspect="1"/>
          </p:cNvPicPr>
          <p:nvPr/>
        </p:nvPicPr>
        <p:blipFill>
          <a:blip r:embed="rId4"/>
          <a:stretch>
            <a:fillRect/>
          </a:stretch>
        </p:blipFill>
        <p:spPr>
          <a:xfrm>
            <a:off x="775246" y="4196655"/>
            <a:ext cx="283468" cy="354409"/>
          </a:xfrm>
          <a:prstGeom prst="rect">
            <a:avLst/>
          </a:prstGeom>
        </p:spPr>
      </p:pic>
      <p:sp>
        <p:nvSpPr>
          <p:cNvPr id="14" name="Text 8">
            <a:extLst>
              <a:ext uri="{FF2B5EF4-FFF2-40B4-BE49-F238E27FC236}">
                <a16:creationId xmlns:a16="http://schemas.microsoft.com/office/drawing/2014/main" id="{47B6E14E-8D66-B4DB-EAE9-67B43AB00680}"/>
              </a:ext>
            </a:extLst>
          </p:cNvPr>
          <p:cNvSpPr/>
          <p:nvPr/>
        </p:nvSpPr>
        <p:spPr>
          <a:xfrm>
            <a:off x="1318618" y="4226123"/>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Multiple Factors</a:t>
            </a:r>
            <a:endParaRPr lang="en-US" sz="2400" dirty="0">
              <a:latin typeface="Aptos" panose="020B0004020202020204" pitchFamily="34" charset="0"/>
            </a:endParaRPr>
          </a:p>
        </p:txBody>
      </p:sp>
      <p:sp>
        <p:nvSpPr>
          <p:cNvPr id="15" name="Text 9">
            <a:extLst>
              <a:ext uri="{FF2B5EF4-FFF2-40B4-BE49-F238E27FC236}">
                <a16:creationId xmlns:a16="http://schemas.microsoft.com/office/drawing/2014/main" id="{C9193A89-AF5B-A7F8-9B22-086FB7686E20}"/>
              </a:ext>
            </a:extLst>
          </p:cNvPr>
          <p:cNvSpPr/>
          <p:nvPr/>
        </p:nvSpPr>
        <p:spPr>
          <a:xfrm>
            <a:off x="1318618" y="4634805"/>
            <a:ext cx="4702175" cy="604838"/>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Real problems often have multiple contributing causes.</a:t>
            </a:r>
            <a:endParaRPr lang="en-US" dirty="0">
              <a:latin typeface="Aptos" panose="020B0004020202020204" pitchFamily="34" charset="0"/>
            </a:endParaRPr>
          </a:p>
        </p:txBody>
      </p:sp>
      <p:sp>
        <p:nvSpPr>
          <p:cNvPr id="16" name="Shape 10">
            <a:extLst>
              <a:ext uri="{FF2B5EF4-FFF2-40B4-BE49-F238E27FC236}">
                <a16:creationId xmlns:a16="http://schemas.microsoft.com/office/drawing/2014/main" id="{1E23BED6-16E0-70E4-6848-46FA5DCA0A29}"/>
              </a:ext>
            </a:extLst>
          </p:cNvPr>
          <p:cNvSpPr/>
          <p:nvPr/>
        </p:nvSpPr>
        <p:spPr>
          <a:xfrm>
            <a:off x="6257032" y="4161234"/>
            <a:ext cx="425252" cy="425252"/>
          </a:xfrm>
          <a:prstGeom prst="roundRect">
            <a:avLst>
              <a:gd name="adj" fmla="val 18669"/>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17" name="Image 3" descr="preencoded.png">
            <a:extLst>
              <a:ext uri="{FF2B5EF4-FFF2-40B4-BE49-F238E27FC236}">
                <a16:creationId xmlns:a16="http://schemas.microsoft.com/office/drawing/2014/main" id="{7704EEA7-2BC2-CFEE-0E24-70ED7CBDD3B4}"/>
              </a:ext>
            </a:extLst>
          </p:cNvPr>
          <p:cNvPicPr>
            <a:picLocks noChangeAspect="1"/>
          </p:cNvPicPr>
          <p:nvPr/>
        </p:nvPicPr>
        <p:blipFill>
          <a:blip r:embed="rId5"/>
          <a:stretch>
            <a:fillRect/>
          </a:stretch>
        </p:blipFill>
        <p:spPr>
          <a:xfrm>
            <a:off x="6327925" y="4196655"/>
            <a:ext cx="283468" cy="354409"/>
          </a:xfrm>
          <a:prstGeom prst="rect">
            <a:avLst/>
          </a:prstGeom>
        </p:spPr>
      </p:pic>
      <p:sp>
        <p:nvSpPr>
          <p:cNvPr id="18" name="Text 11">
            <a:extLst>
              <a:ext uri="{FF2B5EF4-FFF2-40B4-BE49-F238E27FC236}">
                <a16:creationId xmlns:a16="http://schemas.microsoft.com/office/drawing/2014/main" id="{E5915401-0B7B-D558-B834-397D2F306813}"/>
              </a:ext>
            </a:extLst>
          </p:cNvPr>
          <p:cNvSpPr/>
          <p:nvPr/>
        </p:nvSpPr>
        <p:spPr>
          <a:xfrm>
            <a:off x="6871296" y="4226123"/>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Limited Data</a:t>
            </a:r>
            <a:endParaRPr lang="en-US" sz="2400" dirty="0">
              <a:latin typeface="Aptos" panose="020B0004020202020204" pitchFamily="34" charset="0"/>
            </a:endParaRPr>
          </a:p>
        </p:txBody>
      </p:sp>
      <p:sp>
        <p:nvSpPr>
          <p:cNvPr id="19" name="Text 12">
            <a:extLst>
              <a:ext uri="{FF2B5EF4-FFF2-40B4-BE49-F238E27FC236}">
                <a16:creationId xmlns:a16="http://schemas.microsoft.com/office/drawing/2014/main" id="{60B2BA23-2ABB-E117-DBF7-52FC18E43BB0}"/>
              </a:ext>
            </a:extLst>
          </p:cNvPr>
          <p:cNvSpPr/>
          <p:nvPr/>
        </p:nvSpPr>
        <p:spPr>
          <a:xfrm>
            <a:off x="6871296" y="4634805"/>
            <a:ext cx="4702175"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You may not have all the data you ideally want.</a:t>
            </a:r>
            <a:endParaRPr lang="en-US" dirty="0">
              <a:latin typeface="Aptos" panose="020B0004020202020204" pitchFamily="34" charset="0"/>
            </a:endParaRPr>
          </a:p>
        </p:txBody>
      </p:sp>
      <p:sp>
        <p:nvSpPr>
          <p:cNvPr id="20" name="Text 13">
            <a:extLst>
              <a:ext uri="{FF2B5EF4-FFF2-40B4-BE49-F238E27FC236}">
                <a16:creationId xmlns:a16="http://schemas.microsoft.com/office/drawing/2014/main" id="{6ECA41F4-DE18-A717-9206-EE84557CB7E3}"/>
              </a:ext>
            </a:extLst>
          </p:cNvPr>
          <p:cNvSpPr/>
          <p:nvPr/>
        </p:nvSpPr>
        <p:spPr>
          <a:xfrm>
            <a:off x="704355" y="5452269"/>
            <a:ext cx="10869018"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Successful data detectives adapt their approach to overcome these challenges.</a:t>
            </a:r>
            <a:endParaRPr lang="en-US" dirty="0">
              <a:latin typeface="Aptos" panose="020B0004020202020204" pitchFamily="34" charset="0"/>
            </a:endParaRPr>
          </a:p>
        </p:txBody>
      </p:sp>
    </p:spTree>
    <p:extLst>
      <p:ext uri="{BB962C8B-B14F-4D97-AF65-F5344CB8AC3E}">
        <p14:creationId xmlns:p14="http://schemas.microsoft.com/office/powerpoint/2010/main" val="919248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478C2-61BC-67FB-D905-22159DFC0CED}"/>
              </a:ext>
            </a:extLst>
          </p:cNvPr>
          <p:cNvSpPr>
            <a:spLocks noGrp="1"/>
          </p:cNvSpPr>
          <p:nvPr>
            <p:ph type="title"/>
          </p:nvPr>
        </p:nvSpPr>
        <p:spPr>
          <a:xfrm>
            <a:off x="838200" y="817959"/>
            <a:ext cx="10515600" cy="1325563"/>
          </a:xfrm>
        </p:spPr>
        <p:txBody>
          <a:bodyPr/>
          <a:lstStyle/>
          <a:p>
            <a:r>
              <a:rPr lang="en-US" dirty="0"/>
              <a:t>Value of Domain Knowledge</a:t>
            </a:r>
          </a:p>
        </p:txBody>
      </p:sp>
      <p:graphicFrame>
        <p:nvGraphicFramePr>
          <p:cNvPr id="6" name="Content Placeholder 5">
            <a:extLst>
              <a:ext uri="{FF2B5EF4-FFF2-40B4-BE49-F238E27FC236}">
                <a16:creationId xmlns:a16="http://schemas.microsoft.com/office/drawing/2014/main" id="{40C90EAC-8D1B-4A69-BB14-3E82D1BBF1B1}"/>
              </a:ext>
            </a:extLst>
          </p:cNvPr>
          <p:cNvGraphicFramePr>
            <a:graphicFrameLocks noGrp="1"/>
          </p:cNvGraphicFramePr>
          <p:nvPr>
            <p:ph idx="1"/>
            <p:extLst>
              <p:ext uri="{D42A27DB-BD31-4B8C-83A1-F6EECF244321}">
                <p14:modId xmlns:p14="http://schemas.microsoft.com/office/powerpoint/2010/main" val="3903198857"/>
              </p:ext>
            </p:extLst>
          </p:nvPr>
        </p:nvGraphicFramePr>
        <p:xfrm>
          <a:off x="738187" y="2573046"/>
          <a:ext cx="5462588" cy="35729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Image 0" descr="preencoded.png">
            <a:extLst>
              <a:ext uri="{FF2B5EF4-FFF2-40B4-BE49-F238E27FC236}">
                <a16:creationId xmlns:a16="http://schemas.microsoft.com/office/drawing/2014/main" id="{BFF8E5EF-D64E-3D15-5587-92CF72999250}"/>
              </a:ext>
            </a:extLst>
          </p:cNvPr>
          <p:cNvPicPr>
            <a:picLocks noChangeAspect="1"/>
          </p:cNvPicPr>
          <p:nvPr/>
        </p:nvPicPr>
        <p:blipFill>
          <a:blip r:embed="rId7"/>
          <a:stretch>
            <a:fillRect/>
          </a:stretch>
        </p:blipFill>
        <p:spPr>
          <a:xfrm>
            <a:off x="6546354" y="2143522"/>
            <a:ext cx="5207198" cy="3471466"/>
          </a:xfrm>
          <a:prstGeom prst="rect">
            <a:avLst/>
          </a:prstGeom>
        </p:spPr>
      </p:pic>
      <p:sp>
        <p:nvSpPr>
          <p:cNvPr id="5" name="Text 7">
            <a:extLst>
              <a:ext uri="{FF2B5EF4-FFF2-40B4-BE49-F238E27FC236}">
                <a16:creationId xmlns:a16="http://schemas.microsoft.com/office/drawing/2014/main" id="{5CAC6012-8404-B1E6-C2E5-ED152CD2A495}"/>
              </a:ext>
            </a:extLst>
          </p:cNvPr>
          <p:cNvSpPr/>
          <p:nvPr/>
        </p:nvSpPr>
        <p:spPr>
          <a:xfrm>
            <a:off x="6546354" y="5826820"/>
            <a:ext cx="5207198" cy="903684"/>
          </a:xfrm>
          <a:prstGeom prst="rect">
            <a:avLst/>
          </a:prstGeom>
          <a:noFill/>
          <a:ln/>
        </p:spPr>
        <p:txBody>
          <a:bodyPr wrap="square" lIns="0" tIns="0" rIns="0" bIns="0" rtlCol="0" anchor="t"/>
          <a:lstStyle/>
          <a:p>
            <a:pPr>
              <a:lnSpc>
                <a:spcPts val="2333"/>
              </a:lnSpc>
            </a:pPr>
            <a:r>
              <a:rPr lang="en-US" sz="2000" dirty="0">
                <a:solidFill>
                  <a:srgbClr val="000000"/>
                </a:solidFill>
                <a:latin typeface="Inter" pitchFamily="34" charset="0"/>
                <a:ea typeface="Inter" pitchFamily="34" charset="-122"/>
                <a:cs typeface="Inter" pitchFamily="34" charset="-120"/>
              </a:rPr>
              <a:t>In our bee mystery, knowing that bees are affected by heat and need water helped guide our investigation and interpret our findings.</a:t>
            </a:r>
            <a:endParaRPr lang="en-US" sz="2000" dirty="0"/>
          </a:p>
        </p:txBody>
      </p:sp>
    </p:spTree>
    <p:extLst>
      <p:ext uri="{BB962C8B-B14F-4D97-AF65-F5344CB8AC3E}">
        <p14:creationId xmlns:p14="http://schemas.microsoft.com/office/powerpoint/2010/main" val="5373162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61DD8-32BE-B30A-18C6-AB9D7CAA8CA1}"/>
              </a:ext>
            </a:extLst>
          </p:cNvPr>
          <p:cNvSpPr>
            <a:spLocks noGrp="1"/>
          </p:cNvSpPr>
          <p:nvPr>
            <p:ph type="title"/>
          </p:nvPr>
        </p:nvSpPr>
        <p:spPr/>
        <p:txBody>
          <a:bodyPr/>
          <a:lstStyle/>
          <a:p>
            <a:r>
              <a:rPr lang="en-US" dirty="0"/>
              <a:t>The Importance of Documentation</a:t>
            </a:r>
          </a:p>
        </p:txBody>
      </p:sp>
      <p:sp>
        <p:nvSpPr>
          <p:cNvPr id="4" name="Shape 1">
            <a:extLst>
              <a:ext uri="{FF2B5EF4-FFF2-40B4-BE49-F238E27FC236}">
                <a16:creationId xmlns:a16="http://schemas.microsoft.com/office/drawing/2014/main" id="{5515FB72-5866-97A8-63F0-9BD7C52381E4}"/>
              </a:ext>
            </a:extLst>
          </p:cNvPr>
          <p:cNvSpPr/>
          <p:nvPr/>
        </p:nvSpPr>
        <p:spPr>
          <a:xfrm>
            <a:off x="661492" y="2802433"/>
            <a:ext cx="3496965" cy="1706662"/>
          </a:xfrm>
          <a:prstGeom prst="roundRect">
            <a:avLst>
              <a:gd name="adj" fmla="val 4652"/>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5" name="Text 2">
            <a:extLst>
              <a:ext uri="{FF2B5EF4-FFF2-40B4-BE49-F238E27FC236}">
                <a16:creationId xmlns:a16="http://schemas.microsoft.com/office/drawing/2014/main" id="{DA1E03DC-782E-A3F3-5984-03024C422AF5}"/>
              </a:ext>
            </a:extLst>
          </p:cNvPr>
          <p:cNvSpPr/>
          <p:nvPr/>
        </p:nvSpPr>
        <p:spPr>
          <a:xfrm>
            <a:off x="856854" y="2997795"/>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Record Decisions</a:t>
            </a:r>
            <a:endParaRPr lang="en-US" sz="2400" dirty="0">
              <a:latin typeface="Aptos" panose="020B0004020202020204" pitchFamily="34" charset="0"/>
            </a:endParaRPr>
          </a:p>
        </p:txBody>
      </p:sp>
      <p:sp>
        <p:nvSpPr>
          <p:cNvPr id="6" name="Text 3">
            <a:extLst>
              <a:ext uri="{FF2B5EF4-FFF2-40B4-BE49-F238E27FC236}">
                <a16:creationId xmlns:a16="http://schemas.microsoft.com/office/drawing/2014/main" id="{0FE9ECD3-BB9E-4B1C-453B-5CBEE8920776}"/>
              </a:ext>
            </a:extLst>
          </p:cNvPr>
          <p:cNvSpPr/>
          <p:nvPr/>
        </p:nvSpPr>
        <p:spPr>
          <a:xfrm>
            <a:off x="856853" y="3406477"/>
            <a:ext cx="3106242" cy="907257"/>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Document how you handled missing values, outliers, and other data issues.</a:t>
            </a:r>
            <a:endParaRPr lang="en-US" dirty="0">
              <a:latin typeface="Aptos" panose="020B0004020202020204" pitchFamily="34" charset="0"/>
            </a:endParaRPr>
          </a:p>
        </p:txBody>
      </p:sp>
      <p:sp>
        <p:nvSpPr>
          <p:cNvPr id="7" name="Shape 4">
            <a:extLst>
              <a:ext uri="{FF2B5EF4-FFF2-40B4-BE49-F238E27FC236}">
                <a16:creationId xmlns:a16="http://schemas.microsoft.com/office/drawing/2014/main" id="{CB477F3C-3676-8F07-0AA0-549EEE148B1E}"/>
              </a:ext>
            </a:extLst>
          </p:cNvPr>
          <p:cNvSpPr/>
          <p:nvPr/>
        </p:nvSpPr>
        <p:spPr>
          <a:xfrm>
            <a:off x="4347468" y="2802433"/>
            <a:ext cx="3496965" cy="1706662"/>
          </a:xfrm>
          <a:prstGeom prst="roundRect">
            <a:avLst>
              <a:gd name="adj" fmla="val 4652"/>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8" name="Text 5">
            <a:extLst>
              <a:ext uri="{FF2B5EF4-FFF2-40B4-BE49-F238E27FC236}">
                <a16:creationId xmlns:a16="http://schemas.microsoft.com/office/drawing/2014/main" id="{7D7D5098-034A-FF9F-5A33-A73F16E27265}"/>
              </a:ext>
            </a:extLst>
          </p:cNvPr>
          <p:cNvSpPr/>
          <p:nvPr/>
        </p:nvSpPr>
        <p:spPr>
          <a:xfrm>
            <a:off x="4542830" y="2997795"/>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Explain Reasoning</a:t>
            </a:r>
            <a:endParaRPr lang="en-US" sz="2400" dirty="0">
              <a:latin typeface="Aptos" panose="020B0004020202020204" pitchFamily="34" charset="0"/>
            </a:endParaRPr>
          </a:p>
        </p:txBody>
      </p:sp>
      <p:sp>
        <p:nvSpPr>
          <p:cNvPr id="9" name="Text 6">
            <a:extLst>
              <a:ext uri="{FF2B5EF4-FFF2-40B4-BE49-F238E27FC236}">
                <a16:creationId xmlns:a16="http://schemas.microsoft.com/office/drawing/2014/main" id="{4D86E3BC-3762-2421-FDA9-A4BC8904157C}"/>
              </a:ext>
            </a:extLst>
          </p:cNvPr>
          <p:cNvSpPr/>
          <p:nvPr/>
        </p:nvSpPr>
        <p:spPr>
          <a:xfrm>
            <a:off x="4542830" y="3406477"/>
            <a:ext cx="3106242" cy="907257"/>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Note why you chose certain analysis methods or made specific assumptions.</a:t>
            </a:r>
            <a:endParaRPr lang="en-US" dirty="0">
              <a:latin typeface="Aptos" panose="020B0004020202020204" pitchFamily="34" charset="0"/>
            </a:endParaRPr>
          </a:p>
        </p:txBody>
      </p:sp>
      <p:sp>
        <p:nvSpPr>
          <p:cNvPr id="10" name="Shape 7">
            <a:extLst>
              <a:ext uri="{FF2B5EF4-FFF2-40B4-BE49-F238E27FC236}">
                <a16:creationId xmlns:a16="http://schemas.microsoft.com/office/drawing/2014/main" id="{3E9CCA95-DFBA-2B64-5E43-327A5EC89C7F}"/>
              </a:ext>
            </a:extLst>
          </p:cNvPr>
          <p:cNvSpPr/>
          <p:nvPr/>
        </p:nvSpPr>
        <p:spPr>
          <a:xfrm>
            <a:off x="8033444" y="2802433"/>
            <a:ext cx="3496965" cy="1706662"/>
          </a:xfrm>
          <a:prstGeom prst="roundRect">
            <a:avLst>
              <a:gd name="adj" fmla="val 4652"/>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11" name="Text 8">
            <a:extLst>
              <a:ext uri="{FF2B5EF4-FFF2-40B4-BE49-F238E27FC236}">
                <a16:creationId xmlns:a16="http://schemas.microsoft.com/office/drawing/2014/main" id="{85694975-C339-BA68-1628-A1A3A16951FD}"/>
              </a:ext>
            </a:extLst>
          </p:cNvPr>
          <p:cNvSpPr/>
          <p:nvPr/>
        </p:nvSpPr>
        <p:spPr>
          <a:xfrm>
            <a:off x="8228807" y="2997795"/>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Track Versions</a:t>
            </a:r>
            <a:endParaRPr lang="en-US" sz="2400" dirty="0">
              <a:latin typeface="Aptos" panose="020B0004020202020204" pitchFamily="34" charset="0"/>
            </a:endParaRPr>
          </a:p>
        </p:txBody>
      </p:sp>
      <p:sp>
        <p:nvSpPr>
          <p:cNvPr id="12" name="Text 9">
            <a:extLst>
              <a:ext uri="{FF2B5EF4-FFF2-40B4-BE49-F238E27FC236}">
                <a16:creationId xmlns:a16="http://schemas.microsoft.com/office/drawing/2014/main" id="{41F6E4CE-03C7-32B8-8346-7BFA12471043}"/>
              </a:ext>
            </a:extLst>
          </p:cNvPr>
          <p:cNvSpPr/>
          <p:nvPr/>
        </p:nvSpPr>
        <p:spPr>
          <a:xfrm>
            <a:off x="8228807" y="3406478"/>
            <a:ext cx="3106242" cy="604838"/>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Keep track of different versions of your analysis as it evolves.</a:t>
            </a:r>
            <a:endParaRPr lang="en-US" dirty="0">
              <a:latin typeface="Aptos" panose="020B0004020202020204" pitchFamily="34" charset="0"/>
            </a:endParaRPr>
          </a:p>
        </p:txBody>
      </p:sp>
      <p:sp>
        <p:nvSpPr>
          <p:cNvPr id="13" name="Text 10">
            <a:extLst>
              <a:ext uri="{FF2B5EF4-FFF2-40B4-BE49-F238E27FC236}">
                <a16:creationId xmlns:a16="http://schemas.microsoft.com/office/drawing/2014/main" id="{AE866193-8A89-33E7-5FDF-1011C77FAF89}"/>
              </a:ext>
            </a:extLst>
          </p:cNvPr>
          <p:cNvSpPr/>
          <p:nvPr/>
        </p:nvSpPr>
        <p:spPr>
          <a:xfrm>
            <a:off x="661492" y="4721721"/>
            <a:ext cx="10869018"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Good documentation helps others understand your work and allows you to revisit your analysis months later.</a:t>
            </a:r>
            <a:endParaRPr lang="en-US" dirty="0">
              <a:latin typeface="Aptos" panose="020B0004020202020204" pitchFamily="34" charset="0"/>
            </a:endParaRPr>
          </a:p>
        </p:txBody>
      </p:sp>
    </p:spTree>
    <p:extLst>
      <p:ext uri="{BB962C8B-B14F-4D97-AF65-F5344CB8AC3E}">
        <p14:creationId xmlns:p14="http://schemas.microsoft.com/office/powerpoint/2010/main" val="401003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619FB-75AD-88CE-6441-99A44BA91F3F}"/>
              </a:ext>
            </a:extLst>
          </p:cNvPr>
          <p:cNvSpPr>
            <a:spLocks noGrp="1"/>
          </p:cNvSpPr>
          <p:nvPr>
            <p:ph type="title"/>
          </p:nvPr>
        </p:nvSpPr>
        <p:spPr/>
        <p:txBody>
          <a:bodyPr>
            <a:normAutofit/>
          </a:bodyPr>
          <a:lstStyle/>
          <a:p>
            <a:r>
              <a:rPr lang="en-US" dirty="0"/>
              <a:t>Practice Exercise: Write Your Own Summary</a:t>
            </a:r>
          </a:p>
        </p:txBody>
      </p:sp>
      <p:sp>
        <p:nvSpPr>
          <p:cNvPr id="3" name="Content Placeholder 2">
            <a:extLst>
              <a:ext uri="{FF2B5EF4-FFF2-40B4-BE49-F238E27FC236}">
                <a16:creationId xmlns:a16="http://schemas.microsoft.com/office/drawing/2014/main" id="{66E5AE22-095A-740C-0853-3601D82C1E07}"/>
              </a:ext>
            </a:extLst>
          </p:cNvPr>
          <p:cNvSpPr>
            <a:spLocks noGrp="1"/>
          </p:cNvSpPr>
          <p:nvPr>
            <p:ph idx="1"/>
          </p:nvPr>
        </p:nvSpPr>
        <p:spPr/>
        <p:txBody>
          <a:bodyPr/>
          <a:lstStyle/>
          <a:p>
            <a:endParaRPr lang="en-US"/>
          </a:p>
        </p:txBody>
      </p:sp>
      <p:sp>
        <p:nvSpPr>
          <p:cNvPr id="4" name="Shape 1">
            <a:extLst>
              <a:ext uri="{FF2B5EF4-FFF2-40B4-BE49-F238E27FC236}">
                <a16:creationId xmlns:a16="http://schemas.microsoft.com/office/drawing/2014/main" id="{A01959A9-0248-B1C7-A928-7028C18FD4F1}"/>
              </a:ext>
            </a:extLst>
          </p:cNvPr>
          <p:cNvSpPr/>
          <p:nvPr/>
        </p:nvSpPr>
        <p:spPr>
          <a:xfrm>
            <a:off x="618629" y="2424663"/>
            <a:ext cx="5340053" cy="1404243"/>
          </a:xfrm>
          <a:prstGeom prst="roundRect">
            <a:avLst>
              <a:gd name="adj" fmla="val 5654"/>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5" name="Text 2">
            <a:extLst>
              <a:ext uri="{FF2B5EF4-FFF2-40B4-BE49-F238E27FC236}">
                <a16:creationId xmlns:a16="http://schemas.microsoft.com/office/drawing/2014/main" id="{CAD912DD-10BB-F038-38BF-A5CBF1707644}"/>
              </a:ext>
            </a:extLst>
          </p:cNvPr>
          <p:cNvSpPr/>
          <p:nvPr/>
        </p:nvSpPr>
        <p:spPr>
          <a:xfrm>
            <a:off x="813991" y="2620025"/>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Introduction</a:t>
            </a:r>
            <a:endParaRPr lang="en-US" sz="2400" dirty="0">
              <a:latin typeface="Aptos" panose="020B0004020202020204" pitchFamily="34" charset="0"/>
            </a:endParaRPr>
          </a:p>
        </p:txBody>
      </p:sp>
      <p:sp>
        <p:nvSpPr>
          <p:cNvPr id="6" name="Text 3">
            <a:extLst>
              <a:ext uri="{FF2B5EF4-FFF2-40B4-BE49-F238E27FC236}">
                <a16:creationId xmlns:a16="http://schemas.microsoft.com/office/drawing/2014/main" id="{033BBE3D-C3E1-F108-27EF-B5DA92659989}"/>
              </a:ext>
            </a:extLst>
          </p:cNvPr>
          <p:cNvSpPr/>
          <p:nvPr/>
        </p:nvSpPr>
        <p:spPr>
          <a:xfrm>
            <a:off x="813991" y="3028706"/>
            <a:ext cx="4949329" cy="604838"/>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Write 1-2 sentences explaining the bee mystery and why it matters.</a:t>
            </a:r>
            <a:endParaRPr lang="en-US" dirty="0">
              <a:latin typeface="Aptos" panose="020B0004020202020204" pitchFamily="34" charset="0"/>
            </a:endParaRPr>
          </a:p>
        </p:txBody>
      </p:sp>
      <p:sp>
        <p:nvSpPr>
          <p:cNvPr id="7" name="Shape 4">
            <a:extLst>
              <a:ext uri="{FF2B5EF4-FFF2-40B4-BE49-F238E27FC236}">
                <a16:creationId xmlns:a16="http://schemas.microsoft.com/office/drawing/2014/main" id="{B2BA9453-21D0-4BF5-4B0F-B7697EE19D15}"/>
              </a:ext>
            </a:extLst>
          </p:cNvPr>
          <p:cNvSpPr/>
          <p:nvPr/>
        </p:nvSpPr>
        <p:spPr>
          <a:xfrm>
            <a:off x="6147693" y="2424663"/>
            <a:ext cx="5340053" cy="1404243"/>
          </a:xfrm>
          <a:prstGeom prst="roundRect">
            <a:avLst>
              <a:gd name="adj" fmla="val 5654"/>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8" name="Text 5">
            <a:extLst>
              <a:ext uri="{FF2B5EF4-FFF2-40B4-BE49-F238E27FC236}">
                <a16:creationId xmlns:a16="http://schemas.microsoft.com/office/drawing/2014/main" id="{0128FF87-C281-0C64-1058-B452F7EE35E6}"/>
              </a:ext>
            </a:extLst>
          </p:cNvPr>
          <p:cNvSpPr/>
          <p:nvPr/>
        </p:nvSpPr>
        <p:spPr>
          <a:xfrm>
            <a:off x="6343055" y="2620025"/>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Approach</a:t>
            </a:r>
            <a:endParaRPr lang="en-US" sz="2400" dirty="0">
              <a:latin typeface="Aptos" panose="020B0004020202020204" pitchFamily="34" charset="0"/>
            </a:endParaRPr>
          </a:p>
        </p:txBody>
      </p:sp>
      <p:sp>
        <p:nvSpPr>
          <p:cNvPr id="9" name="Text 6">
            <a:extLst>
              <a:ext uri="{FF2B5EF4-FFF2-40B4-BE49-F238E27FC236}">
                <a16:creationId xmlns:a16="http://schemas.microsoft.com/office/drawing/2014/main" id="{73471E88-D760-7151-1843-33B83C8DFEE2}"/>
              </a:ext>
            </a:extLst>
          </p:cNvPr>
          <p:cNvSpPr/>
          <p:nvPr/>
        </p:nvSpPr>
        <p:spPr>
          <a:xfrm>
            <a:off x="6343055" y="3028706"/>
            <a:ext cx="4949329" cy="604838"/>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Write 1-2 sentences describing what data you used and how you analyzed it.</a:t>
            </a:r>
            <a:endParaRPr lang="en-US" dirty="0">
              <a:latin typeface="Aptos" panose="020B0004020202020204" pitchFamily="34" charset="0"/>
            </a:endParaRPr>
          </a:p>
        </p:txBody>
      </p:sp>
      <p:sp>
        <p:nvSpPr>
          <p:cNvPr id="10" name="Shape 7">
            <a:extLst>
              <a:ext uri="{FF2B5EF4-FFF2-40B4-BE49-F238E27FC236}">
                <a16:creationId xmlns:a16="http://schemas.microsoft.com/office/drawing/2014/main" id="{4F9EFD72-DF95-CC65-77C8-AE9C36B0E856}"/>
              </a:ext>
            </a:extLst>
          </p:cNvPr>
          <p:cNvSpPr/>
          <p:nvPr/>
        </p:nvSpPr>
        <p:spPr>
          <a:xfrm>
            <a:off x="618629" y="4017917"/>
            <a:ext cx="5340053" cy="1404243"/>
          </a:xfrm>
          <a:prstGeom prst="roundRect">
            <a:avLst>
              <a:gd name="adj" fmla="val 5654"/>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11" name="Text 8">
            <a:extLst>
              <a:ext uri="{FF2B5EF4-FFF2-40B4-BE49-F238E27FC236}">
                <a16:creationId xmlns:a16="http://schemas.microsoft.com/office/drawing/2014/main" id="{00DB31E9-72C7-A594-BD88-C6502343B616}"/>
              </a:ext>
            </a:extLst>
          </p:cNvPr>
          <p:cNvSpPr/>
          <p:nvPr/>
        </p:nvSpPr>
        <p:spPr>
          <a:xfrm>
            <a:off x="813991" y="4213279"/>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Findings</a:t>
            </a:r>
            <a:endParaRPr lang="en-US" sz="2400" dirty="0">
              <a:latin typeface="Aptos" panose="020B0004020202020204" pitchFamily="34" charset="0"/>
            </a:endParaRPr>
          </a:p>
        </p:txBody>
      </p:sp>
      <p:sp>
        <p:nvSpPr>
          <p:cNvPr id="12" name="Text 9">
            <a:extLst>
              <a:ext uri="{FF2B5EF4-FFF2-40B4-BE49-F238E27FC236}">
                <a16:creationId xmlns:a16="http://schemas.microsoft.com/office/drawing/2014/main" id="{53AEAD4E-7C11-E468-2A9B-43C94D1890B2}"/>
              </a:ext>
            </a:extLst>
          </p:cNvPr>
          <p:cNvSpPr/>
          <p:nvPr/>
        </p:nvSpPr>
        <p:spPr>
          <a:xfrm>
            <a:off x="813991" y="4621961"/>
            <a:ext cx="4949329" cy="604838"/>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Write 1-2 sentences highlighting the key evidence you discovered.</a:t>
            </a:r>
            <a:endParaRPr lang="en-US" dirty="0">
              <a:latin typeface="Aptos" panose="020B0004020202020204" pitchFamily="34" charset="0"/>
            </a:endParaRPr>
          </a:p>
        </p:txBody>
      </p:sp>
      <p:sp>
        <p:nvSpPr>
          <p:cNvPr id="13" name="Shape 10">
            <a:extLst>
              <a:ext uri="{FF2B5EF4-FFF2-40B4-BE49-F238E27FC236}">
                <a16:creationId xmlns:a16="http://schemas.microsoft.com/office/drawing/2014/main" id="{80BB3DF4-65A6-3912-9539-A3DF33BD2B01}"/>
              </a:ext>
            </a:extLst>
          </p:cNvPr>
          <p:cNvSpPr/>
          <p:nvPr/>
        </p:nvSpPr>
        <p:spPr>
          <a:xfrm>
            <a:off x="6147693" y="4017917"/>
            <a:ext cx="5340053" cy="1404243"/>
          </a:xfrm>
          <a:prstGeom prst="roundRect">
            <a:avLst>
              <a:gd name="adj" fmla="val 5654"/>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sp>
        <p:nvSpPr>
          <p:cNvPr id="14" name="Text 11">
            <a:extLst>
              <a:ext uri="{FF2B5EF4-FFF2-40B4-BE49-F238E27FC236}">
                <a16:creationId xmlns:a16="http://schemas.microsoft.com/office/drawing/2014/main" id="{0C382BE4-F9EC-9B19-2AC5-31D6A9B8122B}"/>
              </a:ext>
            </a:extLst>
          </p:cNvPr>
          <p:cNvSpPr/>
          <p:nvPr/>
        </p:nvSpPr>
        <p:spPr>
          <a:xfrm>
            <a:off x="6343055" y="4213279"/>
            <a:ext cx="2362696" cy="295275"/>
          </a:xfrm>
          <a:prstGeom prst="rect">
            <a:avLst/>
          </a:prstGeom>
          <a:noFill/>
          <a:ln/>
        </p:spPr>
        <p:txBody>
          <a:bodyPr wrap="none" lIns="0" tIns="0" rIns="0" bIns="0" rtlCol="0" anchor="t"/>
          <a:lstStyle/>
          <a:p>
            <a:pPr>
              <a:lnSpc>
                <a:spcPts val="2292"/>
              </a:lnSpc>
            </a:pPr>
            <a:r>
              <a:rPr lang="en-US" sz="2400" b="1" dirty="0">
                <a:solidFill>
                  <a:srgbClr val="000000"/>
                </a:solidFill>
                <a:latin typeface="Aptos" panose="020B0004020202020204" pitchFamily="34" charset="0"/>
                <a:ea typeface="Playfair Display Bold" pitchFamily="34" charset="-122"/>
                <a:cs typeface="Playfair Display Bold" pitchFamily="34" charset="-120"/>
              </a:rPr>
              <a:t>Conclusion</a:t>
            </a:r>
            <a:endParaRPr lang="en-US" sz="2400" dirty="0">
              <a:latin typeface="Aptos" panose="020B0004020202020204" pitchFamily="34" charset="0"/>
            </a:endParaRPr>
          </a:p>
        </p:txBody>
      </p:sp>
      <p:sp>
        <p:nvSpPr>
          <p:cNvPr id="15" name="Text 12">
            <a:extLst>
              <a:ext uri="{FF2B5EF4-FFF2-40B4-BE49-F238E27FC236}">
                <a16:creationId xmlns:a16="http://schemas.microsoft.com/office/drawing/2014/main" id="{CB685292-80D9-AFBD-FE23-AEE03A744BDB}"/>
              </a:ext>
            </a:extLst>
          </p:cNvPr>
          <p:cNvSpPr/>
          <p:nvPr/>
        </p:nvSpPr>
        <p:spPr>
          <a:xfrm>
            <a:off x="6343055" y="4621961"/>
            <a:ext cx="4949329" cy="604838"/>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Write 1-2 sentences stating your solution and recommendations.</a:t>
            </a:r>
            <a:endParaRPr lang="en-US" dirty="0">
              <a:latin typeface="Aptos" panose="020B0004020202020204" pitchFamily="34" charset="0"/>
            </a:endParaRPr>
          </a:p>
        </p:txBody>
      </p:sp>
      <p:sp>
        <p:nvSpPr>
          <p:cNvPr id="16" name="Text 13">
            <a:extLst>
              <a:ext uri="{FF2B5EF4-FFF2-40B4-BE49-F238E27FC236}">
                <a16:creationId xmlns:a16="http://schemas.microsoft.com/office/drawing/2014/main" id="{B02BE198-352C-9352-59A8-BA7853A636B6}"/>
              </a:ext>
            </a:extLst>
          </p:cNvPr>
          <p:cNvSpPr/>
          <p:nvPr/>
        </p:nvSpPr>
        <p:spPr>
          <a:xfrm>
            <a:off x="618629" y="5634787"/>
            <a:ext cx="10869018"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This exercise helps you practice translating technical analysis into clear communication.</a:t>
            </a:r>
            <a:endParaRPr lang="en-US" dirty="0">
              <a:latin typeface="Aptos" panose="020B0004020202020204" pitchFamily="34" charset="0"/>
            </a:endParaRPr>
          </a:p>
        </p:txBody>
      </p:sp>
    </p:spTree>
    <p:extLst>
      <p:ext uri="{BB962C8B-B14F-4D97-AF65-F5344CB8AC3E}">
        <p14:creationId xmlns:p14="http://schemas.microsoft.com/office/powerpoint/2010/main" val="35331736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4EFC7-B563-26F1-F401-9621BC5D2B2E}"/>
              </a:ext>
            </a:extLst>
          </p:cNvPr>
          <p:cNvSpPr>
            <a:spLocks noGrp="1"/>
          </p:cNvSpPr>
          <p:nvPr>
            <p:ph type="title"/>
          </p:nvPr>
        </p:nvSpPr>
        <p:spPr/>
        <p:txBody>
          <a:bodyPr/>
          <a:lstStyle/>
          <a:p>
            <a:r>
              <a:rPr lang="en-US" dirty="0"/>
              <a:t>Example Summary</a:t>
            </a:r>
          </a:p>
        </p:txBody>
      </p:sp>
      <p:sp>
        <p:nvSpPr>
          <p:cNvPr id="4" name="Text 1">
            <a:extLst>
              <a:ext uri="{FF2B5EF4-FFF2-40B4-BE49-F238E27FC236}">
                <a16:creationId xmlns:a16="http://schemas.microsoft.com/office/drawing/2014/main" id="{9F02FE00-2B17-B729-9876-10FCB3E008DD}"/>
              </a:ext>
            </a:extLst>
          </p:cNvPr>
          <p:cNvSpPr/>
          <p:nvPr/>
        </p:nvSpPr>
        <p:spPr>
          <a:xfrm>
            <a:off x="944960" y="2899768"/>
            <a:ext cx="10585549" cy="1512094"/>
          </a:xfrm>
          <a:prstGeom prst="rect">
            <a:avLst/>
          </a:prstGeom>
          <a:noFill/>
          <a:ln/>
        </p:spPr>
        <p:txBody>
          <a:bodyPr wrap="squar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"Our community garden's bees have been mysteriously disappearing during summer months, threatening plant pollination. By analyzing six years of bee counts alongside weather data, we discovered a strong relationship between high temperatures and declining bee populations. The evidence shows that when temperatures exceed 30°C, bee counts drop by about 30%, but recover when conditions improve. We recommend providing shade and water sources for the hives during hot periods to help the bees thrive year-round."</a:t>
            </a:r>
            <a:endParaRPr lang="en-US" dirty="0">
              <a:latin typeface="Aptos" panose="020B0004020202020204" pitchFamily="34" charset="0"/>
            </a:endParaRPr>
          </a:p>
        </p:txBody>
      </p:sp>
      <p:sp>
        <p:nvSpPr>
          <p:cNvPr id="5" name="Shape 2">
            <a:extLst>
              <a:ext uri="{FF2B5EF4-FFF2-40B4-BE49-F238E27FC236}">
                <a16:creationId xmlns:a16="http://schemas.microsoft.com/office/drawing/2014/main" id="{D4400913-5D5D-D645-30E2-87FC9BCA1103}"/>
              </a:ext>
            </a:extLst>
          </p:cNvPr>
          <p:cNvSpPr/>
          <p:nvPr/>
        </p:nvSpPr>
        <p:spPr>
          <a:xfrm>
            <a:off x="661491" y="2899768"/>
            <a:ext cx="25400" cy="1937345"/>
          </a:xfrm>
          <a:prstGeom prst="rect">
            <a:avLst/>
          </a:prstGeom>
          <a:solidFill>
            <a:srgbClr val="00263B"/>
          </a:solidFill>
          <a:ln/>
        </p:spPr>
        <p:txBody>
          <a:bodyPr/>
          <a:lstStyle/>
          <a:p>
            <a:endParaRPr lang="en-US">
              <a:latin typeface="Aptos" panose="020B0004020202020204" pitchFamily="34" charset="0"/>
            </a:endParaRPr>
          </a:p>
        </p:txBody>
      </p:sp>
      <p:sp>
        <p:nvSpPr>
          <p:cNvPr id="6" name="Text 3">
            <a:extLst>
              <a:ext uri="{FF2B5EF4-FFF2-40B4-BE49-F238E27FC236}">
                <a16:creationId xmlns:a16="http://schemas.microsoft.com/office/drawing/2014/main" id="{8F76DD74-EA7B-6B3E-744C-C22A155FBF94}"/>
              </a:ext>
            </a:extLst>
          </p:cNvPr>
          <p:cNvSpPr/>
          <p:nvPr/>
        </p:nvSpPr>
        <p:spPr>
          <a:xfrm>
            <a:off x="661492" y="5099592"/>
            <a:ext cx="10869018" cy="302419"/>
          </a:xfrm>
          <a:prstGeom prst="rect">
            <a:avLst/>
          </a:prstGeom>
          <a:noFill/>
          <a:ln/>
        </p:spPr>
        <p:txBody>
          <a:bodyPr wrap="none" lIns="0" tIns="0" rIns="0" bIns="0" rtlCol="0" anchor="t"/>
          <a:lstStyle/>
          <a:p>
            <a:pPr>
              <a:lnSpc>
                <a:spcPts val="2375"/>
              </a:lnSpc>
            </a:pPr>
            <a:r>
              <a:rPr lang="en-US" dirty="0">
                <a:solidFill>
                  <a:srgbClr val="000000"/>
                </a:solidFill>
                <a:latin typeface="Aptos" panose="020B0004020202020204" pitchFamily="34" charset="0"/>
                <a:ea typeface="Inter" pitchFamily="34" charset="-122"/>
                <a:cs typeface="Inter" pitchFamily="34" charset="-120"/>
              </a:rPr>
              <a:t>This summary concisely covers the problem, approach, findings, and recommendations in plain language.</a:t>
            </a:r>
            <a:endParaRPr lang="en-US" dirty="0">
              <a:latin typeface="Aptos" panose="020B0004020202020204" pitchFamily="34" charset="0"/>
            </a:endParaRPr>
          </a:p>
        </p:txBody>
      </p:sp>
    </p:spTree>
    <p:extLst>
      <p:ext uri="{BB962C8B-B14F-4D97-AF65-F5344CB8AC3E}">
        <p14:creationId xmlns:p14="http://schemas.microsoft.com/office/powerpoint/2010/main" val="24457649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BC286-5C74-BC93-067F-BDB46EB286B1}"/>
              </a:ext>
            </a:extLst>
          </p:cNvPr>
          <p:cNvSpPr>
            <a:spLocks noGrp="1"/>
          </p:cNvSpPr>
          <p:nvPr>
            <p:ph type="title"/>
          </p:nvPr>
        </p:nvSpPr>
        <p:spPr>
          <a:xfrm>
            <a:off x="838200" y="616499"/>
            <a:ext cx="10515600" cy="1325563"/>
          </a:xfrm>
        </p:spPr>
        <p:txBody>
          <a:bodyPr/>
          <a:lstStyle/>
          <a:p>
            <a:r>
              <a:rPr lang="en-US" dirty="0"/>
              <a:t>Key Takeaways from This Project</a:t>
            </a:r>
          </a:p>
        </p:txBody>
      </p:sp>
      <p:sp>
        <p:nvSpPr>
          <p:cNvPr id="4" name="Shape 1">
            <a:extLst>
              <a:ext uri="{FF2B5EF4-FFF2-40B4-BE49-F238E27FC236}">
                <a16:creationId xmlns:a16="http://schemas.microsoft.com/office/drawing/2014/main" id="{0F72E3B6-ACB9-6C76-BB5E-7FFDD9C6DB36}"/>
              </a:ext>
            </a:extLst>
          </p:cNvPr>
          <p:cNvSpPr/>
          <p:nvPr/>
        </p:nvSpPr>
        <p:spPr>
          <a:xfrm>
            <a:off x="5172969" y="2169518"/>
            <a:ext cx="386258" cy="386258"/>
          </a:xfrm>
          <a:prstGeom prst="roundRect">
            <a:avLst>
              <a:gd name="adj" fmla="val 18671"/>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5" name="Image 1" descr="preencoded.png">
            <a:extLst>
              <a:ext uri="{FF2B5EF4-FFF2-40B4-BE49-F238E27FC236}">
                <a16:creationId xmlns:a16="http://schemas.microsoft.com/office/drawing/2014/main" id="{9608ACD7-2420-9089-F47C-5F11E9D0A9B2}"/>
              </a:ext>
            </a:extLst>
          </p:cNvPr>
          <p:cNvPicPr>
            <a:picLocks noChangeAspect="1"/>
          </p:cNvPicPr>
          <p:nvPr/>
        </p:nvPicPr>
        <p:blipFill>
          <a:blip r:embed="rId2"/>
          <a:stretch>
            <a:fillRect/>
          </a:stretch>
        </p:blipFill>
        <p:spPr>
          <a:xfrm>
            <a:off x="5237312" y="2201665"/>
            <a:ext cx="257473" cy="321866"/>
          </a:xfrm>
          <a:prstGeom prst="rect">
            <a:avLst/>
          </a:prstGeom>
        </p:spPr>
      </p:pic>
      <p:sp>
        <p:nvSpPr>
          <p:cNvPr id="6" name="Text 2">
            <a:extLst>
              <a:ext uri="{FF2B5EF4-FFF2-40B4-BE49-F238E27FC236}">
                <a16:creationId xmlns:a16="http://schemas.microsoft.com/office/drawing/2014/main" id="{FCAB9AAE-C272-55FE-0373-D1A1A68CAB9D}"/>
              </a:ext>
            </a:extLst>
          </p:cNvPr>
          <p:cNvSpPr/>
          <p:nvPr/>
        </p:nvSpPr>
        <p:spPr>
          <a:xfrm>
            <a:off x="5730875" y="2228454"/>
            <a:ext cx="2146300" cy="268188"/>
          </a:xfrm>
          <a:prstGeom prst="rect">
            <a:avLst/>
          </a:prstGeom>
          <a:noFill/>
          <a:ln/>
        </p:spPr>
        <p:txBody>
          <a:bodyPr wrap="none" lIns="0" tIns="0" rIns="0" bIns="0" rtlCol="0" anchor="t"/>
          <a:lstStyle/>
          <a:p>
            <a:pPr>
              <a:lnSpc>
                <a:spcPts val="2083"/>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Clean Data is Crucial</a:t>
            </a:r>
            <a:endParaRPr lang="en-US" sz="2000" dirty="0">
              <a:latin typeface="Aptos" panose="020B0004020202020204" pitchFamily="34" charset="0"/>
            </a:endParaRPr>
          </a:p>
        </p:txBody>
      </p:sp>
      <p:sp>
        <p:nvSpPr>
          <p:cNvPr id="7" name="Text 3">
            <a:extLst>
              <a:ext uri="{FF2B5EF4-FFF2-40B4-BE49-F238E27FC236}">
                <a16:creationId xmlns:a16="http://schemas.microsoft.com/office/drawing/2014/main" id="{152AF8FA-EC29-33A2-2CA9-B02200C77570}"/>
              </a:ext>
            </a:extLst>
          </p:cNvPr>
          <p:cNvSpPr/>
          <p:nvPr/>
        </p:nvSpPr>
        <p:spPr>
          <a:xfrm>
            <a:off x="5730875" y="2599631"/>
            <a:ext cx="5860157" cy="274737"/>
          </a:xfrm>
          <a:prstGeom prst="rect">
            <a:avLst/>
          </a:prstGeom>
          <a:noFill/>
          <a:ln/>
        </p:spPr>
        <p:txBody>
          <a:bodyPr wrap="none" lIns="0" tIns="0" rIns="0" bIns="0" rtlCol="0" anchor="t"/>
          <a:lstStyle/>
          <a:p>
            <a:pPr>
              <a:lnSpc>
                <a:spcPts val="2125"/>
              </a:lnSpc>
            </a:pPr>
            <a:r>
              <a:rPr lang="en-US" sz="1600" dirty="0">
                <a:solidFill>
                  <a:srgbClr val="000000"/>
                </a:solidFill>
                <a:latin typeface="Aptos" panose="020B0004020202020204" pitchFamily="34" charset="0"/>
                <a:ea typeface="Inter" pitchFamily="34" charset="-122"/>
                <a:cs typeface="Inter" pitchFamily="34" charset="-120"/>
              </a:rPr>
              <a:t>Data preparation is often the most time-consuming but essential step.</a:t>
            </a:r>
            <a:endParaRPr lang="en-US" sz="1600" dirty="0">
              <a:latin typeface="Aptos" panose="020B0004020202020204" pitchFamily="34" charset="0"/>
            </a:endParaRPr>
          </a:p>
        </p:txBody>
      </p:sp>
      <p:sp>
        <p:nvSpPr>
          <p:cNvPr id="8" name="Shape 4">
            <a:extLst>
              <a:ext uri="{FF2B5EF4-FFF2-40B4-BE49-F238E27FC236}">
                <a16:creationId xmlns:a16="http://schemas.microsoft.com/office/drawing/2014/main" id="{AFC4AFE3-FCC4-41F1-8EDE-6919A8184C59}"/>
              </a:ext>
            </a:extLst>
          </p:cNvPr>
          <p:cNvSpPr/>
          <p:nvPr/>
        </p:nvSpPr>
        <p:spPr>
          <a:xfrm>
            <a:off x="5172969" y="3217764"/>
            <a:ext cx="386258" cy="386258"/>
          </a:xfrm>
          <a:prstGeom prst="roundRect">
            <a:avLst>
              <a:gd name="adj" fmla="val 18671"/>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9" name="Image 2" descr="preencoded.png">
            <a:extLst>
              <a:ext uri="{FF2B5EF4-FFF2-40B4-BE49-F238E27FC236}">
                <a16:creationId xmlns:a16="http://schemas.microsoft.com/office/drawing/2014/main" id="{68B94534-6DB3-4FD1-9D53-099BD4EC0025}"/>
              </a:ext>
            </a:extLst>
          </p:cNvPr>
          <p:cNvPicPr>
            <a:picLocks noChangeAspect="1"/>
          </p:cNvPicPr>
          <p:nvPr/>
        </p:nvPicPr>
        <p:blipFill>
          <a:blip r:embed="rId3"/>
          <a:stretch>
            <a:fillRect/>
          </a:stretch>
        </p:blipFill>
        <p:spPr>
          <a:xfrm>
            <a:off x="5237312" y="3249910"/>
            <a:ext cx="257473" cy="321866"/>
          </a:xfrm>
          <a:prstGeom prst="rect">
            <a:avLst/>
          </a:prstGeom>
        </p:spPr>
      </p:pic>
      <p:sp>
        <p:nvSpPr>
          <p:cNvPr id="10" name="Text 5">
            <a:extLst>
              <a:ext uri="{FF2B5EF4-FFF2-40B4-BE49-F238E27FC236}">
                <a16:creationId xmlns:a16="http://schemas.microsoft.com/office/drawing/2014/main" id="{96B123E6-7567-622C-E89F-4EC416ADC7FF}"/>
              </a:ext>
            </a:extLst>
          </p:cNvPr>
          <p:cNvSpPr/>
          <p:nvPr/>
        </p:nvSpPr>
        <p:spPr>
          <a:xfrm>
            <a:off x="5730875" y="3276699"/>
            <a:ext cx="2770188" cy="268188"/>
          </a:xfrm>
          <a:prstGeom prst="rect">
            <a:avLst/>
          </a:prstGeom>
          <a:noFill/>
          <a:ln/>
        </p:spPr>
        <p:txBody>
          <a:bodyPr wrap="none" lIns="0" tIns="0" rIns="0" bIns="0" rtlCol="0" anchor="t"/>
          <a:lstStyle/>
          <a:p>
            <a:pPr>
              <a:lnSpc>
                <a:spcPts val="2083"/>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Integration Reveals Insights</a:t>
            </a:r>
            <a:endParaRPr lang="en-US" sz="2000" dirty="0">
              <a:latin typeface="Aptos" panose="020B0004020202020204" pitchFamily="34" charset="0"/>
            </a:endParaRPr>
          </a:p>
        </p:txBody>
      </p:sp>
      <p:sp>
        <p:nvSpPr>
          <p:cNvPr id="11" name="Text 6">
            <a:extLst>
              <a:ext uri="{FF2B5EF4-FFF2-40B4-BE49-F238E27FC236}">
                <a16:creationId xmlns:a16="http://schemas.microsoft.com/office/drawing/2014/main" id="{3285F7CF-FA50-ED87-765D-3EE8D9959AE4}"/>
              </a:ext>
            </a:extLst>
          </p:cNvPr>
          <p:cNvSpPr/>
          <p:nvPr/>
        </p:nvSpPr>
        <p:spPr>
          <a:xfrm>
            <a:off x="5730875" y="3647877"/>
            <a:ext cx="5860157" cy="274737"/>
          </a:xfrm>
          <a:prstGeom prst="rect">
            <a:avLst/>
          </a:prstGeom>
          <a:noFill/>
          <a:ln/>
        </p:spPr>
        <p:txBody>
          <a:bodyPr wrap="none" lIns="0" tIns="0" rIns="0" bIns="0" rtlCol="0" anchor="t"/>
          <a:lstStyle/>
          <a:p>
            <a:pPr>
              <a:lnSpc>
                <a:spcPts val="2125"/>
              </a:lnSpc>
            </a:pPr>
            <a:r>
              <a:rPr lang="en-US" sz="1600" dirty="0">
                <a:solidFill>
                  <a:srgbClr val="000000"/>
                </a:solidFill>
                <a:latin typeface="Aptos" panose="020B0004020202020204" pitchFamily="34" charset="0"/>
                <a:ea typeface="Inter" pitchFamily="34" charset="-122"/>
                <a:cs typeface="Inter" pitchFamily="34" charset="-120"/>
              </a:rPr>
              <a:t>Combining multiple data sources often leads to deeper understanding.</a:t>
            </a:r>
            <a:endParaRPr lang="en-US" sz="1600" dirty="0">
              <a:latin typeface="Aptos" panose="020B0004020202020204" pitchFamily="34" charset="0"/>
            </a:endParaRPr>
          </a:p>
        </p:txBody>
      </p:sp>
      <p:sp>
        <p:nvSpPr>
          <p:cNvPr id="12" name="Shape 7">
            <a:extLst>
              <a:ext uri="{FF2B5EF4-FFF2-40B4-BE49-F238E27FC236}">
                <a16:creationId xmlns:a16="http://schemas.microsoft.com/office/drawing/2014/main" id="{8FC77E92-B4B4-4DF8-CCD2-30073235CEEE}"/>
              </a:ext>
            </a:extLst>
          </p:cNvPr>
          <p:cNvSpPr/>
          <p:nvPr/>
        </p:nvSpPr>
        <p:spPr>
          <a:xfrm>
            <a:off x="5172969" y="4266009"/>
            <a:ext cx="386258" cy="386258"/>
          </a:xfrm>
          <a:prstGeom prst="roundRect">
            <a:avLst>
              <a:gd name="adj" fmla="val 18671"/>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13" name="Image 3" descr="preencoded.png">
            <a:extLst>
              <a:ext uri="{FF2B5EF4-FFF2-40B4-BE49-F238E27FC236}">
                <a16:creationId xmlns:a16="http://schemas.microsoft.com/office/drawing/2014/main" id="{ED6D8BC0-813B-4C65-502A-FB4EE8E30446}"/>
              </a:ext>
            </a:extLst>
          </p:cNvPr>
          <p:cNvPicPr>
            <a:picLocks noChangeAspect="1"/>
          </p:cNvPicPr>
          <p:nvPr/>
        </p:nvPicPr>
        <p:blipFill>
          <a:blip r:embed="rId4"/>
          <a:stretch>
            <a:fillRect/>
          </a:stretch>
        </p:blipFill>
        <p:spPr>
          <a:xfrm>
            <a:off x="5237312" y="4298157"/>
            <a:ext cx="257473" cy="321866"/>
          </a:xfrm>
          <a:prstGeom prst="rect">
            <a:avLst/>
          </a:prstGeom>
        </p:spPr>
      </p:pic>
      <p:sp>
        <p:nvSpPr>
          <p:cNvPr id="14" name="Text 8">
            <a:extLst>
              <a:ext uri="{FF2B5EF4-FFF2-40B4-BE49-F238E27FC236}">
                <a16:creationId xmlns:a16="http://schemas.microsoft.com/office/drawing/2014/main" id="{0143B4F5-C89C-4EAF-E8E3-E774F2D03DEA}"/>
              </a:ext>
            </a:extLst>
          </p:cNvPr>
          <p:cNvSpPr/>
          <p:nvPr/>
        </p:nvSpPr>
        <p:spPr>
          <a:xfrm>
            <a:off x="5730875" y="4324945"/>
            <a:ext cx="2761258" cy="268188"/>
          </a:xfrm>
          <a:prstGeom prst="rect">
            <a:avLst/>
          </a:prstGeom>
          <a:noFill/>
          <a:ln/>
        </p:spPr>
        <p:txBody>
          <a:bodyPr wrap="none" lIns="0" tIns="0" rIns="0" bIns="0" rtlCol="0" anchor="t"/>
          <a:lstStyle/>
          <a:p>
            <a:pPr>
              <a:lnSpc>
                <a:spcPts val="2083"/>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Structured Approach Works</a:t>
            </a:r>
            <a:endParaRPr lang="en-US" sz="2000" dirty="0">
              <a:latin typeface="Aptos" panose="020B0004020202020204" pitchFamily="34" charset="0"/>
            </a:endParaRPr>
          </a:p>
        </p:txBody>
      </p:sp>
      <p:sp>
        <p:nvSpPr>
          <p:cNvPr id="15" name="Text 9">
            <a:extLst>
              <a:ext uri="{FF2B5EF4-FFF2-40B4-BE49-F238E27FC236}">
                <a16:creationId xmlns:a16="http://schemas.microsoft.com/office/drawing/2014/main" id="{3BB8F962-4AE4-A80B-4DA5-3545B4687FBC}"/>
              </a:ext>
            </a:extLst>
          </p:cNvPr>
          <p:cNvSpPr/>
          <p:nvPr/>
        </p:nvSpPr>
        <p:spPr>
          <a:xfrm>
            <a:off x="5730875" y="4696122"/>
            <a:ext cx="5860157" cy="274737"/>
          </a:xfrm>
          <a:prstGeom prst="rect">
            <a:avLst/>
          </a:prstGeom>
          <a:noFill/>
          <a:ln/>
        </p:spPr>
        <p:txBody>
          <a:bodyPr wrap="none" lIns="0" tIns="0" rIns="0" bIns="0" rtlCol="0" anchor="t"/>
          <a:lstStyle/>
          <a:p>
            <a:pPr>
              <a:lnSpc>
                <a:spcPts val="2125"/>
              </a:lnSpc>
            </a:pPr>
            <a:r>
              <a:rPr lang="en-US" sz="1600" dirty="0">
                <a:solidFill>
                  <a:srgbClr val="000000"/>
                </a:solidFill>
                <a:latin typeface="Aptos" panose="020B0004020202020204" pitchFamily="34" charset="0"/>
                <a:ea typeface="Inter" pitchFamily="34" charset="-122"/>
                <a:cs typeface="Inter" pitchFamily="34" charset="-120"/>
              </a:rPr>
              <a:t>Following a step-by-step process helps manage complex problems.</a:t>
            </a:r>
            <a:endParaRPr lang="en-US" sz="1600" dirty="0">
              <a:latin typeface="Aptos" panose="020B0004020202020204" pitchFamily="34" charset="0"/>
            </a:endParaRPr>
          </a:p>
        </p:txBody>
      </p:sp>
      <p:sp>
        <p:nvSpPr>
          <p:cNvPr id="16" name="Shape 10">
            <a:extLst>
              <a:ext uri="{FF2B5EF4-FFF2-40B4-BE49-F238E27FC236}">
                <a16:creationId xmlns:a16="http://schemas.microsoft.com/office/drawing/2014/main" id="{A529BB17-B34C-F4C6-D323-53FD7B756D14}"/>
              </a:ext>
            </a:extLst>
          </p:cNvPr>
          <p:cNvSpPr/>
          <p:nvPr/>
        </p:nvSpPr>
        <p:spPr>
          <a:xfrm>
            <a:off x="5172969" y="5314256"/>
            <a:ext cx="386258" cy="386258"/>
          </a:xfrm>
          <a:prstGeom prst="roundRect">
            <a:avLst>
              <a:gd name="adj" fmla="val 18671"/>
            </a:avLst>
          </a:prstGeom>
          <a:solidFill>
            <a:srgbClr val="CCEDFF"/>
          </a:solidFill>
          <a:ln w="7620">
            <a:solidFill>
              <a:srgbClr val="B2D3E5"/>
            </a:solidFill>
            <a:prstDash val="solid"/>
          </a:ln>
        </p:spPr>
        <p:txBody>
          <a:bodyPr/>
          <a:lstStyle/>
          <a:p>
            <a:endParaRPr lang="en-US">
              <a:latin typeface="Aptos" panose="020B0004020202020204" pitchFamily="34" charset="0"/>
            </a:endParaRPr>
          </a:p>
        </p:txBody>
      </p:sp>
      <p:pic>
        <p:nvPicPr>
          <p:cNvPr id="17" name="Image 4" descr="preencoded.png">
            <a:extLst>
              <a:ext uri="{FF2B5EF4-FFF2-40B4-BE49-F238E27FC236}">
                <a16:creationId xmlns:a16="http://schemas.microsoft.com/office/drawing/2014/main" id="{9B1B9E88-4B5D-A246-1177-66EEF87E543A}"/>
              </a:ext>
            </a:extLst>
          </p:cNvPr>
          <p:cNvPicPr>
            <a:picLocks noChangeAspect="1"/>
          </p:cNvPicPr>
          <p:nvPr/>
        </p:nvPicPr>
        <p:blipFill>
          <a:blip r:embed="rId5"/>
          <a:stretch>
            <a:fillRect/>
          </a:stretch>
        </p:blipFill>
        <p:spPr>
          <a:xfrm>
            <a:off x="5237312" y="5346403"/>
            <a:ext cx="257473" cy="321866"/>
          </a:xfrm>
          <a:prstGeom prst="rect">
            <a:avLst/>
          </a:prstGeom>
        </p:spPr>
      </p:pic>
      <p:sp>
        <p:nvSpPr>
          <p:cNvPr id="18" name="Text 11">
            <a:extLst>
              <a:ext uri="{FF2B5EF4-FFF2-40B4-BE49-F238E27FC236}">
                <a16:creationId xmlns:a16="http://schemas.microsoft.com/office/drawing/2014/main" id="{F071BC6B-DD00-C77E-6D49-34DD1BCBE71E}"/>
              </a:ext>
            </a:extLst>
          </p:cNvPr>
          <p:cNvSpPr/>
          <p:nvPr/>
        </p:nvSpPr>
        <p:spPr>
          <a:xfrm>
            <a:off x="5730875" y="5373192"/>
            <a:ext cx="2647256" cy="268188"/>
          </a:xfrm>
          <a:prstGeom prst="rect">
            <a:avLst/>
          </a:prstGeom>
          <a:noFill/>
          <a:ln/>
        </p:spPr>
        <p:txBody>
          <a:bodyPr wrap="none" lIns="0" tIns="0" rIns="0" bIns="0" rtlCol="0" anchor="t"/>
          <a:lstStyle/>
          <a:p>
            <a:pPr>
              <a:lnSpc>
                <a:spcPts val="2083"/>
              </a:lnSpc>
            </a:pPr>
            <a:r>
              <a:rPr lang="en-US" sz="2000" b="1" dirty="0">
                <a:solidFill>
                  <a:srgbClr val="000000"/>
                </a:solidFill>
                <a:latin typeface="Aptos" panose="020B0004020202020204" pitchFamily="34" charset="0"/>
                <a:ea typeface="Playfair Display Bold" pitchFamily="34" charset="-122"/>
                <a:cs typeface="Playfair Display Bold" pitchFamily="34" charset="-120"/>
              </a:rPr>
              <a:t>Context Enhances Analysis</a:t>
            </a:r>
            <a:endParaRPr lang="en-US" sz="2000" dirty="0">
              <a:latin typeface="Aptos" panose="020B0004020202020204" pitchFamily="34" charset="0"/>
            </a:endParaRPr>
          </a:p>
        </p:txBody>
      </p:sp>
      <p:sp>
        <p:nvSpPr>
          <p:cNvPr id="19" name="Text 12">
            <a:extLst>
              <a:ext uri="{FF2B5EF4-FFF2-40B4-BE49-F238E27FC236}">
                <a16:creationId xmlns:a16="http://schemas.microsoft.com/office/drawing/2014/main" id="{692E9060-FEC5-8B94-29A9-7BEB3B01968D}"/>
              </a:ext>
            </a:extLst>
          </p:cNvPr>
          <p:cNvSpPr/>
          <p:nvPr/>
        </p:nvSpPr>
        <p:spPr>
          <a:xfrm>
            <a:off x="5730875" y="5744369"/>
            <a:ext cx="5860157" cy="274737"/>
          </a:xfrm>
          <a:prstGeom prst="rect">
            <a:avLst/>
          </a:prstGeom>
          <a:noFill/>
          <a:ln/>
        </p:spPr>
        <p:txBody>
          <a:bodyPr wrap="none" lIns="0" tIns="0" rIns="0" bIns="0" rtlCol="0" anchor="t"/>
          <a:lstStyle/>
          <a:p>
            <a:pPr>
              <a:lnSpc>
                <a:spcPts val="2125"/>
              </a:lnSpc>
            </a:pPr>
            <a:r>
              <a:rPr lang="en-US" sz="1600" dirty="0">
                <a:solidFill>
                  <a:srgbClr val="000000"/>
                </a:solidFill>
                <a:latin typeface="Aptos" panose="020B0004020202020204" pitchFamily="34" charset="0"/>
                <a:ea typeface="Inter" pitchFamily="34" charset="-122"/>
                <a:cs typeface="Inter" pitchFamily="34" charset="-120"/>
              </a:rPr>
              <a:t>Domain knowledge improves hypothesis formation and interpretation.</a:t>
            </a:r>
            <a:endParaRPr lang="en-US" sz="1600" dirty="0">
              <a:latin typeface="Aptos" panose="020B0004020202020204" pitchFamily="34" charset="0"/>
            </a:endParaRPr>
          </a:p>
        </p:txBody>
      </p:sp>
      <p:pic>
        <p:nvPicPr>
          <p:cNvPr id="20" name="Image 0" descr="preencoded.png">
            <a:extLst>
              <a:ext uri="{FF2B5EF4-FFF2-40B4-BE49-F238E27FC236}">
                <a16:creationId xmlns:a16="http://schemas.microsoft.com/office/drawing/2014/main" id="{0BCCD339-69B5-6A42-CD39-5CB3DB1F3D8D}"/>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215330" y="1663254"/>
            <a:ext cx="3256657" cy="4884986"/>
          </a:xfrm>
          <a:prstGeom prst="rect">
            <a:avLst/>
          </a:prstGeom>
        </p:spPr>
      </p:pic>
    </p:spTree>
    <p:extLst>
      <p:ext uri="{BB962C8B-B14F-4D97-AF65-F5344CB8AC3E}">
        <p14:creationId xmlns:p14="http://schemas.microsoft.com/office/powerpoint/2010/main" val="18788395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D279A-9A1E-89B7-1144-ED129FD08092}"/>
              </a:ext>
            </a:extLst>
          </p:cNvPr>
          <p:cNvSpPr>
            <a:spLocks noGrp="1"/>
          </p:cNvSpPr>
          <p:nvPr>
            <p:ph type="title"/>
          </p:nvPr>
        </p:nvSpPr>
        <p:spPr/>
        <p:txBody>
          <a:bodyPr/>
          <a:lstStyle/>
          <a:p>
            <a:pPr algn="ctr"/>
            <a:r>
              <a:rPr lang="en-US" dirty="0"/>
              <a:t>Congratulations, Data Detective!</a:t>
            </a:r>
          </a:p>
        </p:txBody>
      </p:sp>
      <p:pic>
        <p:nvPicPr>
          <p:cNvPr id="4" name="Image 0" descr="preencoded.png">
            <a:extLst>
              <a:ext uri="{FF2B5EF4-FFF2-40B4-BE49-F238E27FC236}">
                <a16:creationId xmlns:a16="http://schemas.microsoft.com/office/drawing/2014/main" id="{C43BDEA5-CF68-555C-FA00-6D4411D6DCA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52962" y="2268781"/>
            <a:ext cx="2886075" cy="4329113"/>
          </a:xfrm>
          <a:prstGeom prst="rect">
            <a:avLst/>
          </a:prstGeom>
        </p:spPr>
      </p:pic>
    </p:spTree>
    <p:extLst>
      <p:ext uri="{BB962C8B-B14F-4D97-AF65-F5344CB8AC3E}">
        <p14:creationId xmlns:p14="http://schemas.microsoft.com/office/powerpoint/2010/main" val="14371538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You’ve Completed the Data Detective Series!</a:t>
            </a:r>
          </a:p>
        </p:txBody>
      </p:sp>
      <p:sp>
        <p:nvSpPr>
          <p:cNvPr id="3" name="Body 1"/>
          <p:cNvSpPr>
            <a:spLocks noGrp="1"/>
          </p:cNvSpPr>
          <p:nvPr>
            <p:ph type="body" idx="1"/>
          </p:nvPr>
        </p:nvSpPr>
        <p:spPr/>
        <p:txBody>
          <a:bodyPr/>
          <a:lstStyle/>
          <a:p>
            <a:r>
              <a:rPr lang="en-US" sz="2000" b="1" dirty="0"/>
              <a:t>Across 10 chapters, you have built a complete data science toolkit:</a:t>
            </a:r>
          </a:p>
          <a:p>
            <a:pPr marL="285739" indent="-285739">
              <a:buChar char="✓"/>
            </a:pPr>
            <a:r>
              <a:rPr lang="en-US" sz="1800" dirty="0"/>
              <a:t>Ch 1–2: Thinking like a detective — data types, formats, and basic statistics</a:t>
            </a:r>
          </a:p>
          <a:p>
            <a:pPr marL="285739" indent="-285739">
              <a:buChar char="✓"/>
            </a:pPr>
            <a:r>
              <a:rPr lang="en-US" sz="1800" dirty="0"/>
              <a:t>Ch 3–4: R and Python — your data analysis power tools</a:t>
            </a:r>
          </a:p>
          <a:p>
            <a:pPr marL="285739" indent="-285739">
              <a:buChar char="✓"/>
            </a:pPr>
            <a:r>
              <a:rPr lang="en-US" sz="1800" dirty="0"/>
              <a:t>Ch 5–7: Collecting, cleaning, and wrangling real-world data</a:t>
            </a:r>
          </a:p>
          <a:p>
            <a:pPr marL="285739" indent="-285739">
              <a:buChar char="✓"/>
            </a:pPr>
            <a:r>
              <a:rPr lang="en-US" sz="1800" dirty="0"/>
              <a:t>Ch 8: EDA — finding patterns and relationships in data</a:t>
            </a:r>
          </a:p>
          <a:p>
            <a:pPr marL="285739" indent="-285739">
              <a:buChar char="✓"/>
            </a:pPr>
            <a:r>
              <a:rPr lang="en-US" sz="1800" dirty="0"/>
              <a:t>Ch 9: Statistical inference — from sample to confident conclusion</a:t>
            </a:r>
          </a:p>
          <a:p>
            <a:pPr marL="285739" indent="-285739">
              <a:buChar char="✓"/>
            </a:pPr>
            <a:r>
              <a:rPr lang="en-US" sz="1800" dirty="0"/>
              <a:t>Ch 10: The full pipeline — frame, wrangle, analyze, communicate, and act</a:t>
            </a:r>
          </a:p>
          <a:p>
            <a:endParaRPr lang="en-US" sz="1800"/>
          </a:p>
          <a:p>
            <a:r>
              <a:rPr lang="en-US" sz="1900" b="1" dirty="0"/>
              <a:t>What comes next?</a:t>
            </a:r>
          </a:p>
          <a:p>
            <a:r>
              <a:rPr lang="en-US" sz="1700" dirty="0"/>
              <a:t>Machine learning, advanced statistics, data engineering, and AI — all build on exactly what you’ve learned here. You are ready.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0E8B5-21F4-B14E-6BB8-F582AFB3F8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5C3D65-7EF9-D30C-2D0D-6D9F9C9C2439}"/>
              </a:ext>
            </a:extLst>
          </p:cNvPr>
          <p:cNvSpPr>
            <a:spLocks noGrp="1"/>
          </p:cNvSpPr>
          <p:nvPr>
            <p:ph type="ctrTitle"/>
          </p:nvPr>
        </p:nvSpPr>
        <p:spPr/>
        <p:txBody>
          <a:bodyPr/>
          <a:lstStyle/>
          <a:p>
            <a:r>
              <a:rPr lang="en-US" dirty="0"/>
              <a:t>Chapter 10</a:t>
            </a:r>
          </a:p>
        </p:txBody>
      </p:sp>
      <p:sp>
        <p:nvSpPr>
          <p:cNvPr id="3" name="Subtitle 2">
            <a:extLst>
              <a:ext uri="{FF2B5EF4-FFF2-40B4-BE49-F238E27FC236}">
                <a16:creationId xmlns:a16="http://schemas.microsoft.com/office/drawing/2014/main" id="{9BA7DFBA-5F11-88B4-BB56-4D9E7B1D9B49}"/>
              </a:ext>
            </a:extLst>
          </p:cNvPr>
          <p:cNvSpPr>
            <a:spLocks noGrp="1"/>
          </p:cNvSpPr>
          <p:nvPr>
            <p:ph type="subTitle" idx="1"/>
          </p:nvPr>
        </p:nvSpPr>
        <p:spPr/>
        <p:txBody>
          <a:bodyPr/>
          <a:lstStyle/>
          <a:p>
            <a:r>
              <a:rPr lang="en-US" dirty="0"/>
              <a:t xml:space="preserve">Coding Agents for Your Data Mystery </a:t>
            </a:r>
          </a:p>
        </p:txBody>
      </p:sp>
    </p:spTree>
    <p:extLst>
      <p:ext uri="{BB962C8B-B14F-4D97-AF65-F5344CB8AC3E}">
        <p14:creationId xmlns:p14="http://schemas.microsoft.com/office/powerpoint/2010/main" val="26333333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0000"/>
            <a:ext cx="10515600" cy="780000"/>
          </a:xfrm>
        </p:spPr>
        <p:txBody>
          <a:bodyPr>
            <a:normAutofit/>
          </a:bodyPr>
          <a:lstStyle/>
          <a:p>
            <a:r>
              <a:rPr lang="en-US" dirty="0"/>
              <a:t>Using a Coding Agent Across the Full Project Pipeline</a:t>
            </a:r>
          </a:p>
        </p:txBody>
      </p:sp>
      <p:sp>
        <p:nvSpPr>
          <p:cNvPr id="3" name="Step1"/>
          <p:cNvSpPr/>
          <p:nvPr/>
        </p:nvSpPr>
        <p:spPr>
          <a:xfrm>
            <a:off x="380000" y="1280000"/>
            <a:ext cx="3600000" cy="1500000"/>
          </a:xfrm>
          <a:prstGeom prst="roundRect">
            <a:avLst>
              <a:gd name="adj" fmla="val 3000"/>
            </a:avLst>
          </a:prstGeom>
          <a:solidFill>
            <a:srgbClr val="CCEDFF"/>
          </a:solidFill>
          <a:ln w="9525">
            <a:solidFill>
              <a:srgbClr val="B2D3E5"/>
            </a:solidFill>
          </a:ln>
        </p:spPr>
        <p:txBody>
          <a:bodyPr lIns="150000" tIns="150000" rIns="150000" bIns="150000" wrap="square" anchor="t"/>
          <a:lstStyle/>
          <a:p>
            <a:r>
              <a:rPr lang="en-US" sz="1700" b="1" dirty="0"/>
              <a:t>🔍 Step 1: Framing</a:t>
            </a:r>
          </a:p>
          <a:p>
            <a:r>
              <a:rPr lang="en-US" sz="1500" dirty="0"/>
              <a:t>Ask: “Help me write a clear research question and two hypotheses about [your topic].”</a:t>
            </a:r>
          </a:p>
        </p:txBody>
      </p:sp>
      <p:sp>
        <p:nvSpPr>
          <p:cNvPr id="4" name="Step2"/>
          <p:cNvSpPr/>
          <p:nvPr/>
        </p:nvSpPr>
        <p:spPr>
          <a:xfrm>
            <a:off x="4220000" y="1280000"/>
            <a:ext cx="3600000" cy="1500000"/>
          </a:xfrm>
          <a:prstGeom prst="roundRect">
            <a:avLst>
              <a:gd name="adj" fmla="val 3000"/>
            </a:avLst>
          </a:prstGeom>
          <a:solidFill>
            <a:srgbClr val="D4EDDA"/>
          </a:solidFill>
          <a:ln w="9525">
            <a:solidFill>
              <a:srgbClr val="28A745"/>
            </a:solidFill>
          </a:ln>
        </p:spPr>
        <p:txBody>
          <a:bodyPr lIns="150000" tIns="150000" rIns="150000" bIns="150000" wrap="square" anchor="t"/>
          <a:lstStyle/>
          <a:p>
            <a:r>
              <a:rPr lang="en-US" sz="1700" b="1" dirty="0"/>
              <a:t>🧹 Step 2: Cleaning</a:t>
            </a:r>
          </a:p>
          <a:p>
            <a:r>
              <a:rPr lang="en-US" sz="1500" dirty="0"/>
              <a:t>Ask: “Here is my CSV. Write R code to check for missing values, outliers, and type issues.”</a:t>
            </a:r>
          </a:p>
        </p:txBody>
      </p:sp>
      <p:sp>
        <p:nvSpPr>
          <p:cNvPr id="5" name="Step3"/>
          <p:cNvSpPr/>
          <p:nvPr/>
        </p:nvSpPr>
        <p:spPr>
          <a:xfrm>
            <a:off x="8060000" y="1280000"/>
            <a:ext cx="3740000" cy="1500000"/>
          </a:xfrm>
          <a:prstGeom prst="roundRect">
            <a:avLst>
              <a:gd name="adj" fmla="val 3000"/>
            </a:avLst>
          </a:prstGeom>
          <a:solidFill>
            <a:srgbClr val="FFF3CD"/>
          </a:solidFill>
          <a:ln w="9525">
            <a:solidFill>
              <a:srgbClr val="E0A800"/>
            </a:solidFill>
          </a:ln>
        </p:spPr>
        <p:txBody>
          <a:bodyPr lIns="150000" tIns="150000" rIns="150000" bIns="150000" wrap="square" anchor="t"/>
          <a:lstStyle/>
          <a:p>
            <a:r>
              <a:rPr lang="en-US" sz="1700" b="1" dirty="0"/>
              <a:t>🔗 Step 3: Merging</a:t>
            </a:r>
          </a:p>
          <a:p>
            <a:r>
              <a:rPr lang="en-US" sz="1500" dirty="0"/>
              <a:t>Ask: “Merge bee_counts.csv and weather.csv on Year and Month columns using Python pandas.”</a:t>
            </a:r>
          </a:p>
        </p:txBody>
      </p:sp>
      <p:sp>
        <p:nvSpPr>
          <p:cNvPr id="6" name="Step4"/>
          <p:cNvSpPr/>
          <p:nvPr/>
        </p:nvSpPr>
        <p:spPr>
          <a:xfrm>
            <a:off x="380000" y="2950000"/>
            <a:ext cx="3600000" cy="1600000"/>
          </a:xfrm>
          <a:prstGeom prst="roundRect">
            <a:avLst>
              <a:gd name="adj" fmla="val 3000"/>
            </a:avLst>
          </a:prstGeom>
          <a:solidFill>
            <a:srgbClr val="E8D5F5"/>
          </a:solidFill>
          <a:ln w="9525">
            <a:solidFill>
              <a:srgbClr val="6F42C1"/>
            </a:solidFill>
          </a:ln>
        </p:spPr>
        <p:txBody>
          <a:bodyPr lIns="150000" tIns="150000" rIns="150000" bIns="150000" wrap="square" anchor="t"/>
          <a:lstStyle/>
          <a:p>
            <a:r>
              <a:rPr lang="en-US" sz="1700" b="1" dirty="0"/>
              <a:t>📊 Step 4: EDA</a:t>
            </a:r>
          </a:p>
          <a:p>
            <a:r>
              <a:rPr lang="en-US" sz="1500" dirty="0"/>
              <a:t>Ask: “Create a scatterplot of Bee_Count vs Max_Temp, add a trend line, and compute Pearson’s r.”</a:t>
            </a:r>
          </a:p>
        </p:txBody>
      </p:sp>
      <p:sp>
        <p:nvSpPr>
          <p:cNvPr id="7" name="Step5"/>
          <p:cNvSpPr/>
          <p:nvPr/>
        </p:nvSpPr>
        <p:spPr>
          <a:xfrm>
            <a:off x="4220000" y="2950000"/>
            <a:ext cx="3600000" cy="1600000"/>
          </a:xfrm>
          <a:prstGeom prst="roundRect">
            <a:avLst>
              <a:gd name="adj" fmla="val 3000"/>
            </a:avLst>
          </a:prstGeom>
          <a:solidFill>
            <a:srgbClr val="F8D7DA"/>
          </a:solidFill>
          <a:ln w="9525">
            <a:solidFill>
              <a:srgbClr val="721C24"/>
            </a:solidFill>
          </a:ln>
        </p:spPr>
        <p:txBody>
          <a:bodyPr lIns="150000" tIns="150000" rIns="150000" bIns="150000" wrap="square" anchor="t"/>
          <a:lstStyle/>
          <a:p>
            <a:r>
              <a:rPr lang="en-US" sz="1700" b="1" dirty="0"/>
              <a:t>🧪 Step 5: Inference</a:t>
            </a:r>
          </a:p>
          <a:p>
            <a:r>
              <a:rPr lang="en-US" sz="1500" dirty="0"/>
              <a:t>Ask: “Run a t-test to compare mean bee counts in June–July vs. other months. Interpret the p-value.”</a:t>
            </a:r>
          </a:p>
        </p:txBody>
      </p:sp>
      <p:sp>
        <p:nvSpPr>
          <p:cNvPr id="8" name="Step6"/>
          <p:cNvSpPr/>
          <p:nvPr/>
        </p:nvSpPr>
        <p:spPr>
          <a:xfrm>
            <a:off x="8060000" y="2950000"/>
            <a:ext cx="3740000" cy="1600000"/>
          </a:xfrm>
          <a:prstGeom prst="roundRect">
            <a:avLst>
              <a:gd name="adj" fmla="val 3000"/>
            </a:avLst>
          </a:prstGeom>
          <a:solidFill>
            <a:srgbClr val="D6EAF8"/>
          </a:solidFill>
          <a:ln w="9525">
            <a:solidFill>
              <a:srgbClr val="2980B9"/>
            </a:solidFill>
          </a:ln>
        </p:spPr>
        <p:txBody>
          <a:bodyPr lIns="150000" tIns="150000" rIns="150000" bIns="150000" wrap="square" anchor="t"/>
          <a:lstStyle/>
          <a:p>
            <a:r>
              <a:rPr lang="en-US" sz="1700" b="1" dirty="0"/>
              <a:t>📝 Step 6: Storytelling</a:t>
            </a:r>
          </a:p>
          <a:p>
            <a:r>
              <a:rPr lang="en-US" sz="1500" dirty="0"/>
              <a:t>Ask: “Summarize my findings for a community garden newsletter. Keep it under 100 words, no jargon.”</a:t>
            </a:r>
          </a:p>
        </p:txBody>
      </p:sp>
      <p:sp>
        <p:nvSpPr>
          <p:cNvPr id="9" name="Warning"/>
          <p:cNvSpPr/>
          <p:nvPr/>
        </p:nvSpPr>
        <p:spPr>
          <a:xfrm>
            <a:off x="380000" y="4750000"/>
            <a:ext cx="11420000" cy="750000"/>
          </a:xfrm>
          <a:prstGeom prst="roundRect">
            <a:avLst>
              <a:gd name="adj" fmla="val 2000"/>
            </a:avLst>
          </a:prstGeom>
          <a:solidFill>
            <a:srgbClr val="F8D7DA"/>
          </a:solidFill>
          <a:ln w="9525">
            <a:solidFill>
              <a:srgbClr val="721C24"/>
            </a:solidFill>
          </a:ln>
        </p:spPr>
        <p:txBody>
          <a:bodyPr lIns="200000" tIns="120000" rIns="200000" bIns="120000" anchor="ctr" wrap="square"/>
          <a:lstStyle/>
          <a:p>
            <a:pPr algn="ctr"/>
            <a:r>
              <a:rPr lang="en-US" sz="1700" b="1" dirty="0">
                <a:solidFill>
                  <a:srgbClr val="721C24"/>
                </a:solidFill>
              </a:rPr>
              <a:t>⚠️ Golden Rule: The agent helps you CODE each step — YOU do the thinking, hypothesizing, and interpreting.</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0000"/>
            <a:ext cx="10515600" cy="780000"/>
          </a:xfrm>
        </p:spPr>
        <p:txBody>
          <a:bodyPr>
            <a:normAutofit/>
          </a:bodyPr>
          <a:lstStyle/>
          <a:p>
            <a:r>
              <a:rPr lang="en-US" dirty="0"/>
              <a:t>A Real Agent Conversation: Bee Mystery EDA</a:t>
            </a:r>
          </a:p>
        </p:txBody>
      </p:sp>
      <p:sp>
        <p:nvSpPr>
          <p:cNvPr id="3" name="Left"/>
          <p:cNvSpPr/>
          <p:nvPr/>
        </p:nvSpPr>
        <p:spPr>
          <a:xfrm>
            <a:off x="380000" y="1280000"/>
            <a:ext cx="5500000" cy="5300000"/>
          </a:xfrm>
          <a:prstGeom prst="roundRect">
            <a:avLst>
              <a:gd name="adj" fmla="val 2500"/>
            </a:avLst>
          </a:prstGeom>
          <a:solidFill>
            <a:srgbClr val="CCEDFF"/>
          </a:solidFill>
          <a:ln w="9525">
            <a:solidFill>
              <a:srgbClr val="B2D3E5"/>
            </a:solidFill>
          </a:ln>
        </p:spPr>
        <p:txBody>
          <a:bodyPr lIns="200000" tIns="200000" rIns="200000" bIns="200000" wrap="square"/>
          <a:lstStyle/>
          <a:p>
            <a:r>
              <a:rPr lang="en-US" sz="1800" b="1" dirty="0"/>
              <a:t>👤 Student Prompt</a:t>
            </a:r>
          </a:p>
          <a:p>
            <a:endParaRPr lang="en-US" sz="1600"/>
          </a:p>
          <a:p>
            <a:r>
              <a:rPr lang="en-US" sz="1600" i="1" dirty="0"/>
              <a:t>“I have a merged dataset called bee_weather with columns: Month, Bee_Count, Max_Temp_C, Total_Rainfall_mm. Using R, create two plots side-by-side: (1) a line chart of Bee_Count over months, and (2) a scatterplot of Max_Temp_C vs Bee_Count with a trend line and the Pearson correlation printed on the plot.”</a:t>
            </a:r>
          </a:p>
          <a:p>
            <a:endParaRPr lang="en-US" sz="1600"/>
          </a:p>
          <a:p>
            <a:r>
              <a:rPr lang="en-US" sz="1700" b="1" dirty="0"/>
              <a:t>Why this is a strong prompt:</a:t>
            </a:r>
          </a:p>
          <a:p>
            <a:pPr marL="160000" indent="-160000">
              <a:buChar char="✓"/>
            </a:pPr>
            <a:r>
              <a:rPr lang="en-US" sz="1600" dirty="0"/>
              <a:t>Names the dataset and all relevant columns</a:t>
            </a:r>
          </a:p>
          <a:p>
            <a:pPr marL="160000" indent="-160000">
              <a:buChar char="✓"/>
            </a:pPr>
            <a:r>
              <a:rPr lang="en-US" sz="1600" dirty="0"/>
              <a:t>Specifies the language (R)</a:t>
            </a:r>
          </a:p>
          <a:p>
            <a:pPr marL="160000" indent="-160000">
              <a:buChar char="✓"/>
            </a:pPr>
            <a:r>
              <a:rPr lang="en-US" sz="1600" dirty="0"/>
              <a:t>Describes exactly what each chart should show</a:t>
            </a:r>
          </a:p>
          <a:p>
            <a:pPr marL="160000" indent="-160000">
              <a:buChar char="✓"/>
            </a:pPr>
            <a:r>
              <a:rPr lang="en-US" sz="1600" dirty="0"/>
              <a:t>Asks for a specific statistic (Pearson’s r) on the plot</a:t>
            </a:r>
          </a:p>
        </p:txBody>
      </p:sp>
      <p:sp>
        <p:nvSpPr>
          <p:cNvPr id="4" name="Right"/>
          <p:cNvSpPr/>
          <p:nvPr/>
        </p:nvSpPr>
        <p:spPr>
          <a:xfrm>
            <a:off x="6150000" y="1280000"/>
            <a:ext cx="5650000" cy="5300000"/>
          </a:xfrm>
          <a:prstGeom prst="roundRect">
            <a:avLst>
              <a:gd name="adj" fmla="val 2500"/>
            </a:avLst>
          </a:prstGeom>
          <a:solidFill>
            <a:srgbClr val="D4EDDA"/>
          </a:solidFill>
          <a:ln w="9525">
            <a:solidFill>
              <a:srgbClr val="28A745"/>
            </a:solidFill>
          </a:ln>
        </p:spPr>
        <p:txBody>
          <a:bodyPr lIns="200000" tIns="200000" rIns="200000" bIns="200000" wrap="square"/>
          <a:lstStyle/>
          <a:p>
            <a:r>
              <a:rPr lang="en-US" sz="1800" b="1" dirty="0"/>
              <a:t>🤖 Agent’s R Code</a:t>
            </a:r>
          </a:p>
          <a:p>
            <a:endParaRPr lang="en-US" sz="1400"/>
          </a:p>
          <a:p>
            <a:r>
              <a:rPr lang="en-US" sz="1400" dirty="0">
                <a:latin typeface="Courier New"/>
              </a:rPr>
              <a:t>library(ggplot2); library(gridExtra)</a:t>
            </a:r>
          </a:p>
          <a:p>
            <a:r>
              <a:rPr lang="en-US" sz="1400" dirty="0">
                <a:latin typeface="Courier New"/>
              </a:rPr>
              <a:t>r_val &lt;- round(cor(bee_weather$Max_Temp_C,</a:t>
            </a:r>
          </a:p>
          <a:p>
            <a:r>
              <a:rPr lang="en-US" sz="1400" dirty="0">
                <a:latin typeface="Courier New"/>
              </a:rPr>
              <a:t xml:space="preserve">  bee_weather$Bee_Count), 2)</a:t>
            </a:r>
          </a:p>
          <a:p>
            <a:r>
              <a:rPr lang="en-US" sz="1400" dirty="0">
                <a:latin typeface="Courier New"/>
              </a:rPr>
              <a:t>p1 &lt;- ggplot(bee_weather, aes(x=Month,</a:t>
            </a:r>
          </a:p>
          <a:p>
            <a:r>
              <a:rPr lang="en-US" sz="1400" dirty="0">
                <a:latin typeface="Courier New"/>
              </a:rPr>
              <a:t xml:space="preserve">  y=Bee_Count)) + geom_line() + geom_point()</a:t>
            </a:r>
          </a:p>
          <a:p>
            <a:r>
              <a:rPr lang="en-US" sz="1400" dirty="0">
                <a:latin typeface="Courier New"/>
              </a:rPr>
              <a:t>p2 &lt;- ggplot(bee_weather, aes(x=Max_Temp_C,</a:t>
            </a:r>
          </a:p>
          <a:p>
            <a:r>
              <a:rPr lang="en-US" sz="1400" dirty="0">
                <a:latin typeface="Courier New"/>
              </a:rPr>
              <a:t xml:space="preserve">  y=Bee_Count)) + geom_point() +</a:t>
            </a:r>
          </a:p>
          <a:p>
            <a:r>
              <a:rPr lang="en-US" sz="1400" dirty="0">
                <a:latin typeface="Courier New"/>
              </a:rPr>
              <a:t xml:space="preserve">  geom_smooth(method="lm") +</a:t>
            </a:r>
          </a:p>
          <a:p>
            <a:r>
              <a:rPr lang="en-US" sz="1400" dirty="0">
                <a:latin typeface="Courier New"/>
              </a:rPr>
              <a:t xml:space="preserve">  labs(subtitle=paste("r =", r_val))</a:t>
            </a:r>
          </a:p>
          <a:p>
            <a:r>
              <a:rPr lang="en-US" sz="1400" dirty="0">
                <a:latin typeface="Courier New"/>
              </a:rPr>
              <a:t>grid.arrange(p1, p2, ncol=2)</a:t>
            </a:r>
          </a:p>
          <a:p>
            <a:endParaRPr lang="en-US" sz="1400"/>
          </a:p>
          <a:p>
            <a:r>
              <a:rPr lang="en-US" sz="1600" b="1" dirty="0"/>
              <a:t>Your job after running it:</a:t>
            </a:r>
          </a:p>
          <a:p>
            <a:r>
              <a:rPr lang="en-US" sz="1600" dirty="0"/>
              <a:t>Read the r value. Does it confirm a strong negative relationship? Write one sentence interpreting it in context of the bee mystery.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0000"/>
            <a:ext cx="10515600" cy="780000"/>
          </a:xfrm>
        </p:spPr>
        <p:txBody>
          <a:bodyPr>
            <a:normAutofit/>
          </a:bodyPr>
          <a:lstStyle/>
          <a:p>
            <a:r>
              <a:rPr lang="en-US" dirty="0"/>
              <a:t>Choose Your Own Mystery — Extension Challenge</a:t>
            </a:r>
          </a:p>
        </p:txBody>
      </p:sp>
      <p:sp>
        <p:nvSpPr>
          <p:cNvPr id="3" name="Intro"/>
          <p:cNvSpPr/>
          <p:nvPr/>
        </p:nvSpPr>
        <p:spPr>
          <a:xfrm>
            <a:off x="380000" y="1250000"/>
            <a:ext cx="11420000" cy="700000"/>
          </a:xfrm>
          <a:prstGeom prst="roundRect">
            <a:avLst>
              <a:gd name="adj" fmla="val 2000"/>
            </a:avLst>
          </a:prstGeom>
          <a:solidFill>
            <a:srgbClr val="1B2A4A"/>
          </a:solidFill>
        </p:spPr>
        <p:txBody>
          <a:bodyPr lIns="200000" tIns="150000" rIns="200000" bIns="150000" anchor="ctr" wrap="square"/>
          <a:lstStyle/>
          <a:p>
            <a:pPr algn="ctr"/>
            <a:r>
              <a:rPr lang="en-US" sz="1800" b="1" dirty="0">
                <a:solidFill>
                  <a:srgbClr val="FFFFFF"/>
                </a:solidFill>
              </a:rPr>
              <a:t>Finished the bee mystery? Pick one of these real-world mysteries and run your own full investigation using the same 6-step pipeline and a coding agent.</a:t>
            </a:r>
          </a:p>
        </p:txBody>
      </p:sp>
      <p:sp>
        <p:nvSpPr>
          <p:cNvPr id="4" name="M1"/>
          <p:cNvSpPr/>
          <p:nvPr/>
        </p:nvSpPr>
        <p:spPr>
          <a:xfrm>
            <a:off x="380000" y="2100000"/>
            <a:ext cx="2700000" cy="3800000"/>
          </a:xfrm>
          <a:prstGeom prst="roundRect">
            <a:avLst>
              <a:gd name="adj" fmla="val 3000"/>
            </a:avLst>
          </a:prstGeom>
          <a:solidFill>
            <a:srgbClr val="CCEDFF"/>
          </a:solidFill>
          <a:ln w="9525">
            <a:solidFill>
              <a:srgbClr val="B2D3E5"/>
            </a:solidFill>
          </a:ln>
        </p:spPr>
        <p:txBody>
          <a:bodyPr lIns="180000" tIns="180000" rIns="180000" bIns="180000" wrap="square"/>
          <a:lstStyle/>
          <a:p>
            <a:r>
              <a:rPr lang="en-US" sz="1700" b="1" dirty="0"/>
              <a:t>🏫 School Performance</a:t>
            </a:r>
          </a:p>
          <a:p>
            <a:endParaRPr lang="en-US" sz="1500"/>
          </a:p>
          <a:p>
            <a:r>
              <a:rPr lang="en-US" sz="1500" b="1" dirty="0"/>
              <a:t>Mystery:</a:t>
            </a:r>
          </a:p>
          <a:p>
            <a:r>
              <a:rPr lang="en-US" sz="1500" dirty="0"/>
              <a:t>Why do some schools in a district consistently outperform others?</a:t>
            </a:r>
          </a:p>
          <a:p>
            <a:endParaRPr lang="en-US" sz="1500"/>
          </a:p>
          <a:p>
            <a:r>
              <a:rPr lang="en-US" sz="1500" b="1" dirty="0"/>
              <a:t>Data to explore:</a:t>
            </a:r>
          </a:p>
          <a:p>
            <a:r>
              <a:rPr lang="en-US" sz="1500" dirty="0"/>
              <a:t>Test scores, class size, teacher experience, income levels, spending per student</a:t>
            </a:r>
          </a:p>
        </p:txBody>
      </p:sp>
      <p:sp>
        <p:nvSpPr>
          <p:cNvPr id="5" name="M2"/>
          <p:cNvSpPr/>
          <p:nvPr/>
        </p:nvSpPr>
        <p:spPr>
          <a:xfrm>
            <a:off x="3330000" y="2100000"/>
            <a:ext cx="2700000" cy="3800000"/>
          </a:xfrm>
          <a:prstGeom prst="roundRect">
            <a:avLst>
              <a:gd name="adj" fmla="val 3000"/>
            </a:avLst>
          </a:prstGeom>
          <a:solidFill>
            <a:srgbClr val="D4EDDA"/>
          </a:solidFill>
          <a:ln w="9525">
            <a:solidFill>
              <a:srgbClr val="28A745"/>
            </a:solidFill>
          </a:ln>
        </p:spPr>
        <p:txBody>
          <a:bodyPr lIns="180000" tIns="180000" rIns="180000" bIns="180000" wrap="square"/>
          <a:lstStyle/>
          <a:p>
            <a:r>
              <a:rPr lang="en-US" sz="1700" b="1" dirty="0"/>
              <a:t>🏃 Sports Performance</a:t>
            </a:r>
          </a:p>
          <a:p>
            <a:endParaRPr lang="en-US" sz="1500"/>
          </a:p>
          <a:p>
            <a:r>
              <a:rPr lang="en-US" sz="1500" b="1" dirty="0"/>
              <a:t>Mystery:</a:t>
            </a:r>
          </a:p>
          <a:p>
            <a:r>
              <a:rPr lang="en-US" sz="1500" dirty="0"/>
              <a:t>What statistics best predict whether an NBA player will be an All-Star?</a:t>
            </a:r>
          </a:p>
          <a:p>
            <a:endParaRPr lang="en-US" sz="1500"/>
          </a:p>
          <a:p>
            <a:r>
              <a:rPr lang="en-US" sz="1500" b="1" dirty="0"/>
              <a:t>Data to explore:</a:t>
            </a:r>
          </a:p>
          <a:p>
            <a:r>
              <a:rPr lang="en-US" sz="1500" dirty="0"/>
              <a:t>Points, assists, rebounds, shooting %, minutes played, team win rate</a:t>
            </a:r>
          </a:p>
        </p:txBody>
      </p:sp>
      <p:sp>
        <p:nvSpPr>
          <p:cNvPr id="6" name="M3"/>
          <p:cNvSpPr/>
          <p:nvPr/>
        </p:nvSpPr>
        <p:spPr>
          <a:xfrm>
            <a:off x="6280000" y="2100000"/>
            <a:ext cx="2700000" cy="3800000"/>
          </a:xfrm>
          <a:prstGeom prst="roundRect">
            <a:avLst>
              <a:gd name="adj" fmla="val 3000"/>
            </a:avLst>
          </a:prstGeom>
          <a:solidFill>
            <a:srgbClr val="FFF3CD"/>
          </a:solidFill>
          <a:ln w="9525">
            <a:solidFill>
              <a:srgbClr val="E0A800"/>
            </a:solidFill>
          </a:ln>
        </p:spPr>
        <p:txBody>
          <a:bodyPr lIns="180000" tIns="180000" rIns="180000" bIns="180000" wrap="square"/>
          <a:lstStyle/>
          <a:p>
            <a:r>
              <a:rPr lang="en-US" sz="1700" b="1" dirty="0"/>
              <a:t>🌍 Climate Patterns</a:t>
            </a:r>
          </a:p>
          <a:p>
            <a:endParaRPr lang="en-US" sz="1500"/>
          </a:p>
          <a:p>
            <a:r>
              <a:rPr lang="en-US" sz="1500" b="1" dirty="0"/>
              <a:t>Mystery:</a:t>
            </a:r>
          </a:p>
          <a:p>
            <a:r>
              <a:rPr lang="en-US" sz="1500" dirty="0"/>
              <a:t>Has the temperature in your city changed over the last 30 years? When? By how much?</a:t>
            </a:r>
          </a:p>
          <a:p>
            <a:endParaRPr lang="en-US" sz="1500"/>
          </a:p>
          <a:p>
            <a:r>
              <a:rPr lang="en-US" sz="1500" b="1" dirty="0"/>
              <a:t>Data to explore:</a:t>
            </a:r>
          </a:p>
          <a:p>
            <a:r>
              <a:rPr lang="en-US" sz="1500" dirty="0"/>
              <a:t>NOAA historical weather records, monthly averages, extreme event counts</a:t>
            </a:r>
          </a:p>
        </p:txBody>
      </p:sp>
      <p:sp>
        <p:nvSpPr>
          <p:cNvPr id="7" name="M4"/>
          <p:cNvSpPr/>
          <p:nvPr/>
        </p:nvSpPr>
        <p:spPr>
          <a:xfrm>
            <a:off x="9230000" y="2100000"/>
            <a:ext cx="2570000" cy="3800000"/>
          </a:xfrm>
          <a:prstGeom prst="roundRect">
            <a:avLst>
              <a:gd name="adj" fmla="val 3000"/>
            </a:avLst>
          </a:prstGeom>
          <a:solidFill>
            <a:srgbClr val="E8D5F5"/>
          </a:solidFill>
          <a:ln w="9525">
            <a:solidFill>
              <a:srgbClr val="6F42C1"/>
            </a:solidFill>
          </a:ln>
        </p:spPr>
        <p:txBody>
          <a:bodyPr lIns="180000" tIns="180000" rIns="180000" bIns="180000" wrap="square"/>
          <a:lstStyle/>
          <a:p>
            <a:r>
              <a:rPr lang="en-US" sz="1700" b="1" dirty="0"/>
              <a:t>📱 Social Media</a:t>
            </a:r>
          </a:p>
          <a:p>
            <a:endParaRPr lang="en-US" sz="1500"/>
          </a:p>
          <a:p>
            <a:r>
              <a:rPr lang="en-US" sz="1500" b="1" dirty="0"/>
              <a:t>Mystery:</a:t>
            </a:r>
          </a:p>
          <a:p>
            <a:r>
              <a:rPr lang="en-US" sz="1500" dirty="0"/>
              <a:t>What features make a YouTube video go viral? Is it length, title, or upload time?</a:t>
            </a:r>
          </a:p>
          <a:p>
            <a:endParaRPr lang="en-US" sz="1500"/>
          </a:p>
          <a:p>
            <a:r>
              <a:rPr lang="en-US" sz="1500" b="1" dirty="0"/>
              <a:t>Data to explore:</a:t>
            </a:r>
          </a:p>
          <a:p>
            <a:r>
              <a:rPr lang="en-US" sz="1500" dirty="0"/>
              <a:t>Views, likes, comments, duration, category, upload day/time, subscriber count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0000"/>
            <a:ext cx="10515600" cy="780000"/>
          </a:xfrm>
        </p:spPr>
        <p:txBody>
          <a:bodyPr>
            <a:normAutofit/>
          </a:bodyPr>
          <a:lstStyle/>
          <a:p>
            <a:r>
              <a:rPr lang="en-US" dirty="0"/>
              <a:t>Final Reflection: You + the Agent = A Powerful Team</a:t>
            </a:r>
          </a:p>
        </p:txBody>
      </p:sp>
      <p:sp>
        <p:nvSpPr>
          <p:cNvPr id="3" name="Human"/>
          <p:cNvSpPr/>
          <p:nvPr/>
        </p:nvSpPr>
        <p:spPr>
          <a:xfrm>
            <a:off x="380000" y="1280000"/>
            <a:ext cx="5450000" cy="5200000"/>
          </a:xfrm>
          <a:prstGeom prst="roundRect">
            <a:avLst>
              <a:gd name="adj" fmla="val 3000"/>
            </a:avLst>
          </a:prstGeom>
          <a:solidFill>
            <a:srgbClr val="1B2A4A"/>
          </a:solidFill>
          <a:ln w="9525">
            <a:solidFill>
              <a:srgbClr val="0D1B2E"/>
            </a:solidFill>
          </a:ln>
        </p:spPr>
        <p:txBody>
          <a:bodyPr lIns="220000" tIns="220000" rIns="220000" bIns="220000" wrap="square"/>
          <a:lstStyle/>
          <a:p>
            <a:pPr algn="ctr"/>
            <a:r>
              <a:rPr lang="en-US" sz="2000" b="1" dirty="0">
                <a:solidFill>
                  <a:srgbClr val="FFFFFF"/>
                </a:solidFill>
              </a:rPr>
              <a:t>🧠 What YOU Bring</a:t>
            </a:r>
          </a:p>
          <a:p>
            <a:endParaRPr lang="en-US" sz="1600">
              <a:solidFill>
                <a:srgbClr val="FFFFFF"/>
              </a:solidFill>
            </a:endParaRPr>
          </a:p>
          <a:p>
            <a:pPr marL="180000" indent="-180000">
              <a:buChar char="❖"/>
            </a:pPr>
            <a:r>
              <a:rPr lang="en-US" sz="1700" b="1" dirty="0">
                <a:solidFill>
                  <a:srgbClr val="CCEDFF"/>
                </a:solidFill>
              </a:rPr>
              <a:t xml:space="preserve">Domain curiosity </a:t>
            </a:r>
            <a:r>
              <a:rPr lang="en-US" sz="1600" dirty="0">
                <a:solidFill>
                  <a:srgbClr val="FFFFFF"/>
                </a:solidFill>
              </a:rPr>
              <a:t>— knowing bees matter and asking why counts drop</a:t>
            </a:r>
          </a:p>
          <a:p>
            <a:pPr marL="180000" indent="-180000">
              <a:buChar char="❖"/>
            </a:pPr>
            <a:r>
              <a:rPr lang="en-US" sz="1700" b="1" dirty="0">
                <a:solidFill>
                  <a:srgbClr val="CCEDFF"/>
                </a:solidFill>
              </a:rPr>
              <a:t xml:space="preserve">Hypothesis formation </a:t>
            </a:r>
            <a:r>
              <a:rPr lang="en-US" sz="1600" dirty="0">
                <a:solidFill>
                  <a:srgbClr val="FFFFFF"/>
                </a:solidFill>
              </a:rPr>
              <a:t>— “maybe it’s heat or drought”</a:t>
            </a:r>
          </a:p>
          <a:p>
            <a:pPr marL="180000" indent="-180000">
              <a:buChar char="❖"/>
            </a:pPr>
            <a:r>
              <a:rPr lang="en-US" sz="1700" b="1" dirty="0">
                <a:solidFill>
                  <a:srgbClr val="CCEDFF"/>
                </a:solidFill>
              </a:rPr>
              <a:t xml:space="preserve">Critical judgment </a:t>
            </a:r>
            <a:r>
              <a:rPr lang="en-US" sz="1600" dirty="0">
                <a:solidFill>
                  <a:srgbClr val="FFFFFF"/>
                </a:solidFill>
              </a:rPr>
              <a:t>— recognizing correlation ≠ causation</a:t>
            </a:r>
          </a:p>
          <a:p>
            <a:pPr marL="180000" indent="-180000">
              <a:buChar char="❖"/>
            </a:pPr>
            <a:r>
              <a:rPr lang="en-US" sz="1700" b="1" dirty="0">
                <a:solidFill>
                  <a:srgbClr val="CCEDFF"/>
                </a:solidFill>
              </a:rPr>
              <a:t xml:space="preserve">Storytelling </a:t>
            </a:r>
            <a:r>
              <a:rPr lang="en-US" sz="1600" dirty="0">
                <a:solidFill>
                  <a:srgbClr val="FFFFFF"/>
                </a:solidFill>
              </a:rPr>
              <a:t>— translating data into actionable recommendations</a:t>
            </a:r>
          </a:p>
          <a:p>
            <a:pPr marL="180000" indent="-180000">
              <a:buChar char="❖"/>
            </a:pPr>
            <a:r>
              <a:rPr lang="en-US" sz="1700" b="1" dirty="0">
                <a:solidFill>
                  <a:srgbClr val="CCEDFF"/>
                </a:solidFill>
              </a:rPr>
              <a:t xml:space="preserve">Ethics </a:t>
            </a:r>
            <a:r>
              <a:rPr lang="en-US" sz="1600" dirty="0">
                <a:solidFill>
                  <a:srgbClr val="FFFFFF"/>
                </a:solidFill>
              </a:rPr>
              <a:t>— being honest about what the data can and cannot show</a:t>
            </a:r>
          </a:p>
        </p:txBody>
      </p:sp>
      <p:sp>
        <p:nvSpPr>
          <p:cNvPr id="4" name="Agent"/>
          <p:cNvSpPr/>
          <p:nvPr/>
        </p:nvSpPr>
        <p:spPr>
          <a:xfrm>
            <a:off x="6130000" y="1280000"/>
            <a:ext cx="5670000" cy="5200000"/>
          </a:xfrm>
          <a:prstGeom prst="roundRect">
            <a:avLst>
              <a:gd name="adj" fmla="val 3000"/>
            </a:avLst>
          </a:prstGeom>
          <a:solidFill>
            <a:srgbClr val="CCEDFF"/>
          </a:solidFill>
          <a:ln w="9525">
            <a:solidFill>
              <a:srgbClr val="B2D3E5"/>
            </a:solidFill>
          </a:ln>
        </p:spPr>
        <p:txBody>
          <a:bodyPr lIns="220000" tIns="220000" rIns="220000" bIns="220000" wrap="square"/>
          <a:lstStyle/>
          <a:p>
            <a:pPr algn="ctr"/>
            <a:r>
              <a:rPr lang="en-US" sz="2000" b="1" dirty="0"/>
              <a:t>🤖 What the AGENT Brings</a:t>
            </a:r>
          </a:p>
          <a:p>
            <a:endParaRPr lang="en-US" sz="1600"/>
          </a:p>
          <a:p>
            <a:pPr marL="180000" indent="-180000">
              <a:buChar char="❖"/>
            </a:pPr>
            <a:r>
              <a:rPr lang="en-US" sz="1700" b="1" dirty="0"/>
              <a:t xml:space="preserve">Speed </a:t>
            </a:r>
            <a:r>
              <a:rPr lang="en-US" sz="1600" dirty="0"/>
              <a:t>— generates and debugs code in seconds</a:t>
            </a:r>
          </a:p>
          <a:p>
            <a:pPr marL="180000" indent="-180000">
              <a:buChar char="❖"/>
            </a:pPr>
            <a:r>
              <a:rPr lang="en-US" sz="1700" b="1" dirty="0"/>
              <a:t xml:space="preserve">Syntax recall </a:t>
            </a:r>
            <a:r>
              <a:rPr lang="en-US" sz="1600" dirty="0"/>
              <a:t>— knows ggplot2, seaborn, scipy so you don’t have to memorize</a:t>
            </a:r>
          </a:p>
          <a:p>
            <a:pPr marL="180000" indent="-180000">
              <a:buChar char="❖"/>
            </a:pPr>
            <a:r>
              <a:rPr lang="en-US" sz="1700" b="1" dirty="0"/>
              <a:t xml:space="preserve">Error explanation </a:t>
            </a:r>
            <a:r>
              <a:rPr lang="en-US" sz="1600" dirty="0"/>
              <a:t>— turns cryptic messages into plain English fixes</a:t>
            </a:r>
          </a:p>
          <a:p>
            <a:pPr marL="180000" indent="-180000">
              <a:buChar char="❖"/>
            </a:pPr>
            <a:r>
              <a:rPr lang="en-US" sz="1700" b="1" dirty="0"/>
              <a:t xml:space="preserve">Language adaptation </a:t>
            </a:r>
            <a:r>
              <a:rPr lang="en-US" sz="1600" dirty="0"/>
              <a:t>— rewrites technical findings for different audiences</a:t>
            </a:r>
          </a:p>
          <a:p>
            <a:pPr marL="180000" indent="-180000">
              <a:buChar char="❖"/>
            </a:pPr>
            <a:r>
              <a:rPr lang="en-US" sz="1700" b="1" dirty="0"/>
              <a:t xml:space="preserve">Breadth </a:t>
            </a:r>
            <a:r>
              <a:rPr lang="en-US" sz="1600" dirty="0"/>
              <a:t>— can suggest approaches you hadn’t considered</a:t>
            </a:r>
          </a:p>
          <a:p>
            <a:endParaRPr lang="en-US" sz="1600"/>
          </a:p>
          <a:p>
            <a:r>
              <a:rPr lang="en-US" sz="1600" b="1" i="1" dirty="0"/>
              <a:t>Together: you provide the questions and judgment; the agent provides the computational muscle. That combination is what real data scientists use every 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296</TotalTime>
  <Words>2019</Words>
  <Application>Microsoft Office PowerPoint</Application>
  <PresentationFormat>Widescreen</PresentationFormat>
  <Paragraphs>255</Paragraphs>
  <Slides>39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Aptos</vt:lpstr>
      <vt:lpstr>Aptos Display</vt:lpstr>
      <vt:lpstr>Arial</vt:lpstr>
      <vt:lpstr>Inter</vt:lpstr>
      <vt:lpstr>Playfair Display Bold</vt:lpstr>
      <vt:lpstr>Office Theme</vt:lpstr>
      <vt:lpstr>Chapter 10: Solving a Data Mystery</vt:lpstr>
      <vt:lpstr>Data Detective: Solving a Data Mystery</vt:lpstr>
      <vt:lpstr>The Mystery: Disappearing Bees</vt:lpstr>
      <vt:lpstr>PowerPoint Presentation</vt:lpstr>
      <vt:lpstr>Data Detective's Approach</vt:lpstr>
      <vt:lpstr>Let’s Break Down the Problem </vt:lpstr>
      <vt:lpstr>Planning the Investigation</vt:lpstr>
      <vt:lpstr>Step 1: Gather and inspect the data</vt:lpstr>
      <vt:lpstr>Step 2: Clean the data. Using our checklist from Chapter 9 </vt:lpstr>
      <vt:lpstr>Step 3: Combine the data</vt:lpstr>
      <vt:lpstr>Step 4: Exploratory Analysis</vt:lpstr>
      <vt:lpstr>Step 5: Interpret the findings </vt:lpstr>
      <vt:lpstr>Step 6: Present the solution</vt:lpstr>
      <vt:lpstr>Do Your Own Work!</vt:lpstr>
      <vt:lpstr>Correlation vs. Causation –  Important Distinction</vt:lpstr>
      <vt:lpstr>Chapter 10</vt:lpstr>
      <vt:lpstr>Key Findings</vt:lpstr>
      <vt:lpstr>The Most Plausible Explanation</vt:lpstr>
      <vt:lpstr>How Heat Affects Bees</vt:lpstr>
      <vt:lpstr>Recovery Pattern</vt:lpstr>
      <vt:lpstr>Recommendations for the Garden</vt:lpstr>
      <vt:lpstr>PowerPoint Presentation</vt:lpstr>
      <vt:lpstr>Chapter 10</vt:lpstr>
      <vt:lpstr>Communicating Your Findings</vt:lpstr>
      <vt:lpstr>Sample Introduction</vt:lpstr>
      <vt:lpstr>Sample Data and Methods</vt:lpstr>
      <vt:lpstr>Sample Findings Presentation</vt:lpstr>
      <vt:lpstr>Sample Conclusion</vt:lpstr>
      <vt:lpstr>Chapter 10</vt:lpstr>
      <vt:lpstr>Reflection</vt:lpstr>
      <vt:lpstr>The Data Detective Process</vt:lpstr>
      <vt:lpstr>Common Challenges in Data Projects</vt:lpstr>
      <vt:lpstr>Value of Domain Knowledge</vt:lpstr>
      <vt:lpstr>The Importance of Documentation</vt:lpstr>
      <vt:lpstr>Practice Exercise: Write Your Own Summary</vt:lpstr>
      <vt:lpstr>Example Summary</vt:lpstr>
      <vt:lpstr>Key Takeaways from This Project</vt:lpstr>
      <vt:lpstr>Congratulations, Data Detective!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Michelle Yin</dc:creator>
  <cp:lastModifiedBy>Burhan Ogut</cp:lastModifiedBy>
  <cp:revision>23</cp:revision>
  <dcterms:created xsi:type="dcterms:W3CDTF">2025-04-09T18:08:05Z</dcterms:created>
  <dcterms:modified xsi:type="dcterms:W3CDTF">2026-04-21T14:09:27Z</dcterms:modified>
</cp:coreProperties>
</file>